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6" r:id="rId1"/>
  </p:sldMasterIdLst>
  <p:notesMasterIdLst>
    <p:notesMasterId r:id="rId19"/>
  </p:notesMasterIdLst>
  <p:sldIdLst>
    <p:sldId id="258" r:id="rId2"/>
    <p:sldId id="444" r:id="rId3"/>
    <p:sldId id="466" r:id="rId4"/>
    <p:sldId id="467" r:id="rId5"/>
    <p:sldId id="468" r:id="rId6"/>
    <p:sldId id="469" r:id="rId7"/>
    <p:sldId id="470" r:id="rId8"/>
    <p:sldId id="471" r:id="rId9"/>
    <p:sldId id="458" r:id="rId10"/>
    <p:sldId id="461" r:id="rId11"/>
    <p:sldId id="457" r:id="rId12"/>
    <p:sldId id="459" r:id="rId13"/>
    <p:sldId id="460" r:id="rId14"/>
    <p:sldId id="463" r:id="rId15"/>
    <p:sldId id="464" r:id="rId16"/>
    <p:sldId id="465" r:id="rId17"/>
    <p:sldId id="462" r:id="rId18"/>
  </p:sldIdLst>
  <p:sldSz cx="12192000" cy="6858000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omi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4F80BC"/>
    <a:srgbClr val="A4F057"/>
    <a:srgbClr val="FBABAB"/>
    <a:srgbClr val="FBE961"/>
    <a:srgbClr val="FCFFD9"/>
    <a:srgbClr val="FAFFB3"/>
    <a:srgbClr val="E3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91A5B8-3C7E-4D63-B16A-07690F006662}" v="13" dt="2026-02-11T17:33:55.396"/>
    <p1510:client id="{6DE4305D-666F-42B2-A0BB-9B56A503DCB4}" v="2" dt="2026-02-11T13:52:31.5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4" y="150"/>
      </p:cViewPr>
      <p:guideLst>
        <p:guide orient="horz" pos="2160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 F" userId="a083a071fabc28ce" providerId="LiveId" clId="{93F797CC-0730-4312-820B-C6224688283A}"/>
    <pc:docChg chg="undo custSel addSld delSld modSld sldOrd">
      <pc:chgData name="J F" userId="a083a071fabc28ce" providerId="LiveId" clId="{93F797CC-0730-4312-820B-C6224688283A}" dt="2026-02-11T17:36:54.705" v="3073" actId="20577"/>
      <pc:docMkLst>
        <pc:docMk/>
      </pc:docMkLst>
      <pc:sldChg chg="delSp modSp mod">
        <pc:chgData name="J F" userId="a083a071fabc28ce" providerId="LiveId" clId="{93F797CC-0730-4312-820B-C6224688283A}" dt="2026-02-09T00:33:53.720" v="2140" actId="20577"/>
        <pc:sldMkLst>
          <pc:docMk/>
          <pc:sldMk cId="147210430" sldId="258"/>
        </pc:sldMkLst>
        <pc:spChg chg="mod">
          <ac:chgData name="J F" userId="a083a071fabc28ce" providerId="LiveId" clId="{93F797CC-0730-4312-820B-C6224688283A}" dt="2026-02-09T00:33:53.720" v="2140" actId="20577"/>
          <ac:spMkLst>
            <pc:docMk/>
            <pc:sldMk cId="147210430" sldId="258"/>
            <ac:spMk id="3" creationId="{DE14E976-1374-B235-B23A-6EF10FBEE675}"/>
          </ac:spMkLst>
        </pc:spChg>
        <pc:spChg chg="mod">
          <ac:chgData name="J F" userId="a083a071fabc28ce" providerId="LiveId" clId="{93F797CC-0730-4312-820B-C6224688283A}" dt="2026-02-07T15:16:12.439" v="166" actId="27636"/>
          <ac:spMkLst>
            <pc:docMk/>
            <pc:sldMk cId="147210430" sldId="258"/>
            <ac:spMk id="2050" creationId="{00000000-0000-0000-0000-000000000000}"/>
          </ac:spMkLst>
        </pc:spChg>
      </pc:sldChg>
      <pc:sldChg chg="addSp modSp mod ord">
        <pc:chgData name="J F" userId="a083a071fabc28ce" providerId="LiveId" clId="{93F797CC-0730-4312-820B-C6224688283A}" dt="2026-02-11T17:35:22.243" v="3048" actId="20577"/>
        <pc:sldMkLst>
          <pc:docMk/>
          <pc:sldMk cId="297735436" sldId="444"/>
        </pc:sldMkLst>
        <pc:spChg chg="mod">
          <ac:chgData name="J F" userId="a083a071fabc28ce" providerId="LiveId" clId="{93F797CC-0730-4312-820B-C6224688283A}" dt="2026-02-07T16:11:09.306" v="1075" actId="20577"/>
          <ac:spMkLst>
            <pc:docMk/>
            <pc:sldMk cId="297735436" sldId="444"/>
            <ac:spMk id="2" creationId="{54010D25-1B30-B510-E167-14EF8C473D9B}"/>
          </ac:spMkLst>
        </pc:spChg>
        <pc:spChg chg="mod">
          <ac:chgData name="J F" userId="a083a071fabc28ce" providerId="LiveId" clId="{93F797CC-0730-4312-820B-C6224688283A}" dt="2026-02-11T17:35:22.243" v="3048" actId="20577"/>
          <ac:spMkLst>
            <pc:docMk/>
            <pc:sldMk cId="297735436" sldId="444"/>
            <ac:spMk id="3" creationId="{05916B35-7BBE-40C5-907F-10DC93126BB1}"/>
          </ac:spMkLst>
        </pc:spChg>
      </pc:sldChg>
      <pc:sldChg chg="addSp delSp modSp add mod">
        <pc:chgData name="J F" userId="a083a071fabc28ce" providerId="LiveId" clId="{93F797CC-0730-4312-820B-C6224688283A}" dt="2026-02-07T15:55:14.928" v="670" actId="14100"/>
        <pc:sldMkLst>
          <pc:docMk/>
          <pc:sldMk cId="835034868" sldId="457"/>
        </pc:sldMkLst>
        <pc:spChg chg="mod">
          <ac:chgData name="J F" userId="a083a071fabc28ce" providerId="LiveId" clId="{93F797CC-0730-4312-820B-C6224688283A}" dt="2026-02-07T15:17:16.308" v="210" actId="20577"/>
          <ac:spMkLst>
            <pc:docMk/>
            <pc:sldMk cId="835034868" sldId="457"/>
            <ac:spMk id="2" creationId="{8928CE7A-95D6-61A0-1321-EA04A762E060}"/>
          </ac:spMkLst>
        </pc:spChg>
        <pc:spChg chg="add mod">
          <ac:chgData name="J F" userId="a083a071fabc28ce" providerId="LiveId" clId="{93F797CC-0730-4312-820B-C6224688283A}" dt="2026-02-07T15:55:14.928" v="670" actId="14100"/>
          <ac:spMkLst>
            <pc:docMk/>
            <pc:sldMk cId="835034868" sldId="457"/>
            <ac:spMk id="6" creationId="{32E1CD46-A6B2-2121-CC7E-6F47936BE685}"/>
          </ac:spMkLst>
        </pc:spChg>
        <pc:picChg chg="add mod">
          <ac:chgData name="J F" userId="a083a071fabc28ce" providerId="LiveId" clId="{93F797CC-0730-4312-820B-C6224688283A}" dt="2026-02-07T14:30:25.775" v="23" actId="14100"/>
          <ac:picMkLst>
            <pc:docMk/>
            <pc:sldMk cId="835034868" sldId="457"/>
            <ac:picMk id="5" creationId="{585F9D26-9994-8ECD-F48F-59D5E95FF07A}"/>
          </ac:picMkLst>
        </pc:picChg>
      </pc:sldChg>
      <pc:sldChg chg="addSp delSp modSp add mod">
        <pc:chgData name="J F" userId="a083a071fabc28ce" providerId="LiveId" clId="{93F797CC-0730-4312-820B-C6224688283A}" dt="2026-02-09T00:42:26.604" v="2242" actId="20577"/>
        <pc:sldMkLst>
          <pc:docMk/>
          <pc:sldMk cId="3222842930" sldId="458"/>
        </pc:sldMkLst>
        <pc:spChg chg="mod">
          <ac:chgData name="J F" userId="a083a071fabc28ce" providerId="LiveId" clId="{93F797CC-0730-4312-820B-C6224688283A}" dt="2026-02-09T00:42:26.604" v="2242" actId="20577"/>
          <ac:spMkLst>
            <pc:docMk/>
            <pc:sldMk cId="3222842930" sldId="458"/>
            <ac:spMk id="2" creationId="{8B019CB1-1EA4-4331-3642-BD31E55CAE83}"/>
          </ac:spMkLst>
        </pc:spChg>
        <pc:spChg chg="add mod">
          <ac:chgData name="J F" userId="a083a071fabc28ce" providerId="LiveId" clId="{93F797CC-0730-4312-820B-C6224688283A}" dt="2026-02-07T17:11:19.436" v="1724" actId="20577"/>
          <ac:spMkLst>
            <pc:docMk/>
            <pc:sldMk cId="3222842930" sldId="458"/>
            <ac:spMk id="7" creationId="{67CCC6E9-CB29-6600-4CF0-9B25FBB4D767}"/>
          </ac:spMkLst>
        </pc:spChg>
        <pc:picChg chg="add mod">
          <ac:chgData name="J F" userId="a083a071fabc28ce" providerId="LiveId" clId="{93F797CC-0730-4312-820B-C6224688283A}" dt="2026-02-07T15:37:53.841" v="285" actId="1076"/>
          <ac:picMkLst>
            <pc:docMk/>
            <pc:sldMk cId="3222842930" sldId="458"/>
            <ac:picMk id="5" creationId="{00A62273-951E-F368-809E-78D2006316A9}"/>
          </ac:picMkLst>
        </pc:picChg>
      </pc:sldChg>
      <pc:sldChg chg="addSp delSp modSp add mod">
        <pc:chgData name="J F" userId="a083a071fabc28ce" providerId="LiveId" clId="{93F797CC-0730-4312-820B-C6224688283A}" dt="2026-02-07T15:57:03.224" v="686" actId="20577"/>
        <pc:sldMkLst>
          <pc:docMk/>
          <pc:sldMk cId="3012451102" sldId="459"/>
        </pc:sldMkLst>
        <pc:spChg chg="mod">
          <ac:chgData name="J F" userId="a083a071fabc28ce" providerId="LiveId" clId="{93F797CC-0730-4312-820B-C6224688283A}" dt="2026-02-07T15:17:54.624" v="240" actId="20577"/>
          <ac:spMkLst>
            <pc:docMk/>
            <pc:sldMk cId="3012451102" sldId="459"/>
            <ac:spMk id="2" creationId="{3CB61D15-70A1-D6B3-8D88-2F2E3E12F673}"/>
          </ac:spMkLst>
        </pc:spChg>
        <pc:spChg chg="add mod">
          <ac:chgData name="J F" userId="a083a071fabc28ce" providerId="LiveId" clId="{93F797CC-0730-4312-820B-C6224688283A}" dt="2026-02-07T15:57:03.224" v="686" actId="20577"/>
          <ac:spMkLst>
            <pc:docMk/>
            <pc:sldMk cId="3012451102" sldId="459"/>
            <ac:spMk id="5" creationId="{BA4DC353-EF09-24D6-3D46-76DF849D45AC}"/>
          </ac:spMkLst>
        </pc:spChg>
        <pc:picChg chg="add mod">
          <ac:chgData name="J F" userId="a083a071fabc28ce" providerId="LiveId" clId="{93F797CC-0730-4312-820B-C6224688283A}" dt="2026-02-07T15:17:38.268" v="213" actId="1076"/>
          <ac:picMkLst>
            <pc:docMk/>
            <pc:sldMk cId="3012451102" sldId="459"/>
            <ac:picMk id="3" creationId="{FBA6BC39-4D8C-5378-720F-286D37FC6057}"/>
          </ac:picMkLst>
        </pc:picChg>
      </pc:sldChg>
      <pc:sldChg chg="addSp delSp modSp add mod">
        <pc:chgData name="J F" userId="a083a071fabc28ce" providerId="LiveId" clId="{93F797CC-0730-4312-820B-C6224688283A}" dt="2026-02-09T01:05:22.345" v="2337"/>
        <pc:sldMkLst>
          <pc:docMk/>
          <pc:sldMk cId="4197984959" sldId="460"/>
        </pc:sldMkLst>
        <pc:spChg chg="mod">
          <ac:chgData name="J F" userId="a083a071fabc28ce" providerId="LiveId" clId="{93F797CC-0730-4312-820B-C6224688283A}" dt="2026-02-09T01:05:22.345" v="2337"/>
          <ac:spMkLst>
            <pc:docMk/>
            <pc:sldMk cId="4197984959" sldId="460"/>
            <ac:spMk id="2" creationId="{39D8FED7-305F-43DF-5F61-E73DFC297023}"/>
          </ac:spMkLst>
        </pc:spChg>
        <pc:spChg chg="add mod">
          <ac:chgData name="J F" userId="a083a071fabc28ce" providerId="LiveId" clId="{93F797CC-0730-4312-820B-C6224688283A}" dt="2026-02-07T16:03:05.635" v="841" actId="948"/>
          <ac:spMkLst>
            <pc:docMk/>
            <pc:sldMk cId="4197984959" sldId="460"/>
            <ac:spMk id="3" creationId="{2D93FD41-E90E-C7C8-7232-5402A16BF7B0}"/>
          </ac:spMkLst>
        </pc:spChg>
        <pc:picChg chg="add mod">
          <ac:chgData name="J F" userId="a083a071fabc28ce" providerId="LiveId" clId="{93F797CC-0730-4312-820B-C6224688283A}" dt="2026-02-07T16:00:54.197" v="835" actId="14100"/>
          <ac:picMkLst>
            <pc:docMk/>
            <pc:sldMk cId="4197984959" sldId="460"/>
            <ac:picMk id="9" creationId="{86F77FB8-FDCE-E801-C7BC-E936B86E651C}"/>
          </ac:picMkLst>
        </pc:picChg>
      </pc:sldChg>
      <pc:sldChg chg="addSp modSp add mod">
        <pc:chgData name="J F" userId="a083a071fabc28ce" providerId="LiveId" clId="{93F797CC-0730-4312-820B-C6224688283A}" dt="2026-02-09T00:54:55.810" v="2308" actId="113"/>
        <pc:sldMkLst>
          <pc:docMk/>
          <pc:sldMk cId="616494575" sldId="461"/>
        </pc:sldMkLst>
        <pc:spChg chg="add mod">
          <ac:chgData name="J F" userId="a083a071fabc28ce" providerId="LiveId" clId="{93F797CC-0730-4312-820B-C6224688283A}" dt="2026-02-09T00:54:55.810" v="2308" actId="113"/>
          <ac:spMkLst>
            <pc:docMk/>
            <pc:sldMk cId="616494575" sldId="461"/>
            <ac:spMk id="3" creationId="{0B5218C4-C547-D039-3ACA-690EAA1CEAC0}"/>
          </ac:spMkLst>
        </pc:spChg>
      </pc:sldChg>
      <pc:sldChg chg="addSp modSp add mod ord">
        <pc:chgData name="J F" userId="a083a071fabc28ce" providerId="LiveId" clId="{93F797CC-0730-4312-820B-C6224688283A}" dt="2026-02-11T17:36:54.705" v="3073" actId="20577"/>
        <pc:sldMkLst>
          <pc:docMk/>
          <pc:sldMk cId="127222521" sldId="462"/>
        </pc:sldMkLst>
        <pc:spChg chg="mod">
          <ac:chgData name="J F" userId="a083a071fabc28ce" providerId="LiveId" clId="{93F797CC-0730-4312-820B-C6224688283A}" dt="2026-02-07T16:11:33.928" v="1085" actId="20577"/>
          <ac:spMkLst>
            <pc:docMk/>
            <pc:sldMk cId="127222521" sldId="462"/>
            <ac:spMk id="2" creationId="{EDCB926F-F398-B538-499D-F54D0CE067DA}"/>
          </ac:spMkLst>
        </pc:spChg>
        <pc:spChg chg="mod">
          <ac:chgData name="J F" userId="a083a071fabc28ce" providerId="LiveId" clId="{93F797CC-0730-4312-820B-C6224688283A}" dt="2026-02-11T17:36:54.705" v="3073" actId="20577"/>
          <ac:spMkLst>
            <pc:docMk/>
            <pc:sldMk cId="127222521" sldId="462"/>
            <ac:spMk id="3" creationId="{1C7423D0-75ED-CF91-E132-E8F4A948E780}"/>
          </ac:spMkLst>
        </pc:spChg>
        <pc:spChg chg="add mod">
          <ac:chgData name="J F" userId="a083a071fabc28ce" providerId="LiveId" clId="{93F797CC-0730-4312-820B-C6224688283A}" dt="2026-02-09T01:21:50.107" v="2622" actId="179"/>
          <ac:spMkLst>
            <pc:docMk/>
            <pc:sldMk cId="127222521" sldId="462"/>
            <ac:spMk id="5" creationId="{9418AD77-884F-96FA-E30E-0AE35D042931}"/>
          </ac:spMkLst>
        </pc:spChg>
        <pc:graphicFrameChg chg="add mod modGraphic">
          <ac:chgData name="J F" userId="a083a071fabc28ce" providerId="LiveId" clId="{93F797CC-0730-4312-820B-C6224688283A}" dt="2026-02-11T17:12:56.019" v="2715" actId="1076"/>
          <ac:graphicFrameMkLst>
            <pc:docMk/>
            <pc:sldMk cId="127222521" sldId="462"/>
            <ac:graphicFrameMk id="6" creationId="{07F33947-C624-8BA6-CACB-698410311771}"/>
          </ac:graphicFrameMkLst>
        </pc:graphicFrameChg>
      </pc:sldChg>
      <pc:sldChg chg="addSp delSp modSp add mod">
        <pc:chgData name="J F" userId="a083a071fabc28ce" providerId="LiveId" clId="{93F797CC-0730-4312-820B-C6224688283A}" dt="2026-02-09T01:04:59.462" v="2336" actId="20577"/>
        <pc:sldMkLst>
          <pc:docMk/>
          <pc:sldMk cId="1454079612" sldId="463"/>
        </pc:sldMkLst>
        <pc:spChg chg="mod">
          <ac:chgData name="J F" userId="a083a071fabc28ce" providerId="LiveId" clId="{93F797CC-0730-4312-820B-C6224688283A}" dt="2026-02-09T01:04:59.462" v="2336" actId="20577"/>
          <ac:spMkLst>
            <pc:docMk/>
            <pc:sldMk cId="1454079612" sldId="463"/>
            <ac:spMk id="2" creationId="{1E268052-1E24-77DB-7C41-AA21C9B8864C}"/>
          </ac:spMkLst>
        </pc:spChg>
        <pc:spChg chg="mod">
          <ac:chgData name="J F" userId="a083a071fabc28ce" providerId="LiveId" clId="{93F797CC-0730-4312-820B-C6224688283A}" dt="2026-02-09T01:04:00.933" v="2333" actId="20577"/>
          <ac:spMkLst>
            <pc:docMk/>
            <pc:sldMk cId="1454079612" sldId="463"/>
            <ac:spMk id="3" creationId="{9D09D1EF-8026-E14F-950A-2E64B6C3DE67}"/>
          </ac:spMkLst>
        </pc:spChg>
        <pc:picChg chg="add mod">
          <ac:chgData name="J F" userId="a083a071fabc28ce" providerId="LiveId" clId="{93F797CC-0730-4312-820B-C6224688283A}" dt="2026-02-08T15:39:06.207" v="1888" actId="1076"/>
          <ac:picMkLst>
            <pc:docMk/>
            <pc:sldMk cId="1454079612" sldId="463"/>
            <ac:picMk id="8" creationId="{03F9EB64-07B5-7E29-D1CD-1C60457DEADB}"/>
          </ac:picMkLst>
        </pc:picChg>
      </pc:sldChg>
      <pc:sldChg chg="addSp delSp modSp add mod">
        <pc:chgData name="J F" userId="a083a071fabc28ce" providerId="LiveId" clId="{93F797CC-0730-4312-820B-C6224688283A}" dt="2026-02-09T01:10:41.672" v="2475" actId="20577"/>
        <pc:sldMkLst>
          <pc:docMk/>
          <pc:sldMk cId="1815313600" sldId="464"/>
        </pc:sldMkLst>
        <pc:spChg chg="mod">
          <ac:chgData name="J F" userId="a083a071fabc28ce" providerId="LiveId" clId="{93F797CC-0730-4312-820B-C6224688283A}" dt="2026-02-09T01:10:41.672" v="2475" actId="20577"/>
          <ac:spMkLst>
            <pc:docMk/>
            <pc:sldMk cId="1815313600" sldId="464"/>
            <ac:spMk id="2" creationId="{82984E20-8219-020B-2F86-18DD3747B699}"/>
          </ac:spMkLst>
        </pc:spChg>
        <pc:spChg chg="add mod">
          <ac:chgData name="J F" userId="a083a071fabc28ce" providerId="LiveId" clId="{93F797CC-0730-4312-820B-C6224688283A}" dt="2026-02-09T01:09:54.203" v="2461" actId="20577"/>
          <ac:spMkLst>
            <pc:docMk/>
            <pc:sldMk cId="1815313600" sldId="464"/>
            <ac:spMk id="5" creationId="{9F1ABED3-ECC2-B225-22A9-0A2E951988BA}"/>
          </ac:spMkLst>
        </pc:spChg>
        <pc:picChg chg="add mod">
          <ac:chgData name="J F" userId="a083a071fabc28ce" providerId="LiveId" clId="{93F797CC-0730-4312-820B-C6224688283A}" dt="2026-02-08T15:39:31.865" v="1890" actId="931"/>
          <ac:picMkLst>
            <pc:docMk/>
            <pc:sldMk cId="1815313600" sldId="464"/>
            <ac:picMk id="6" creationId="{18FE6297-465E-9935-A994-9D06939809F8}"/>
          </ac:picMkLst>
        </pc:picChg>
        <pc:picChg chg="add mod">
          <ac:chgData name="J F" userId="a083a071fabc28ce" providerId="LiveId" clId="{93F797CC-0730-4312-820B-C6224688283A}" dt="2026-02-08T15:40:48.186" v="1904" actId="1076"/>
          <ac:picMkLst>
            <pc:docMk/>
            <pc:sldMk cId="1815313600" sldId="464"/>
            <ac:picMk id="9" creationId="{70B880E3-3073-D1F7-0BC1-15F9CE087BE0}"/>
          </ac:picMkLst>
        </pc:picChg>
      </pc:sldChg>
      <pc:sldChg chg="addSp delSp modSp add mod">
        <pc:chgData name="J F" userId="a083a071fabc28ce" providerId="LiveId" clId="{93F797CC-0730-4312-820B-C6224688283A}" dt="2026-02-09T01:09:47.300" v="2460" actId="20577"/>
        <pc:sldMkLst>
          <pc:docMk/>
          <pc:sldMk cId="3639480210" sldId="465"/>
        </pc:sldMkLst>
        <pc:spChg chg="mod">
          <ac:chgData name="J F" userId="a083a071fabc28ce" providerId="LiveId" clId="{93F797CC-0730-4312-820B-C6224688283A}" dt="2026-02-08T15:42:14.771" v="1940" actId="20577"/>
          <ac:spMkLst>
            <pc:docMk/>
            <pc:sldMk cId="3639480210" sldId="465"/>
            <ac:spMk id="2" creationId="{3E3FE11C-9D26-CF55-69F9-4AC198824B26}"/>
          </ac:spMkLst>
        </pc:spChg>
        <pc:spChg chg="add mod">
          <ac:chgData name="J F" userId="a083a071fabc28ce" providerId="LiveId" clId="{93F797CC-0730-4312-820B-C6224688283A}" dt="2026-02-09T01:09:47.300" v="2460" actId="20577"/>
          <ac:spMkLst>
            <pc:docMk/>
            <pc:sldMk cId="3639480210" sldId="465"/>
            <ac:spMk id="5" creationId="{4F198C68-C35F-FB97-F53C-0AF287A8B7B2}"/>
          </ac:spMkLst>
        </pc:spChg>
        <pc:picChg chg="add mod">
          <ac:chgData name="J F" userId="a083a071fabc28ce" providerId="LiveId" clId="{93F797CC-0730-4312-820B-C6224688283A}" dt="2026-02-08T15:42:01.334" v="1917" actId="1076"/>
          <ac:picMkLst>
            <pc:docMk/>
            <pc:sldMk cId="3639480210" sldId="465"/>
            <ac:picMk id="7" creationId="{FF0D9130-7FF2-AF09-020D-63163FEF1556}"/>
          </ac:picMkLst>
        </pc:picChg>
      </pc:sldChg>
      <pc:sldChg chg="delSp modSp add mod ord">
        <pc:chgData name="J F" userId="a083a071fabc28ce" providerId="LiveId" clId="{93F797CC-0730-4312-820B-C6224688283A}" dt="2026-02-11T17:18:24.384" v="2797" actId="20577"/>
        <pc:sldMkLst>
          <pc:docMk/>
          <pc:sldMk cId="1234951994" sldId="466"/>
        </pc:sldMkLst>
        <pc:spChg chg="mod">
          <ac:chgData name="J F" userId="a083a071fabc28ce" providerId="LiveId" clId="{93F797CC-0730-4312-820B-C6224688283A}" dt="2026-02-09T02:48:38.958" v="2682" actId="20577"/>
          <ac:spMkLst>
            <pc:docMk/>
            <pc:sldMk cId="1234951994" sldId="466"/>
            <ac:spMk id="2" creationId="{E29BBC37-7CD1-158F-8EDF-7D84F42CC5DC}"/>
          </ac:spMkLst>
        </pc:spChg>
        <pc:spChg chg="mod">
          <ac:chgData name="J F" userId="a083a071fabc28ce" providerId="LiveId" clId="{93F797CC-0730-4312-820B-C6224688283A}" dt="2026-02-11T17:18:24.384" v="2797" actId="20577"/>
          <ac:spMkLst>
            <pc:docMk/>
            <pc:sldMk cId="1234951994" sldId="466"/>
            <ac:spMk id="3" creationId="{C3A76662-16DB-0630-96F2-1F7CB751C680}"/>
          </ac:spMkLst>
        </pc:spChg>
      </pc:sldChg>
      <pc:sldChg chg="modSp add mod ord">
        <pc:chgData name="J F" userId="a083a071fabc28ce" providerId="LiveId" clId="{93F797CC-0730-4312-820B-C6224688283A}" dt="2026-02-11T17:21:14.335" v="2835" actId="113"/>
        <pc:sldMkLst>
          <pc:docMk/>
          <pc:sldMk cId="3235781077" sldId="467"/>
        </pc:sldMkLst>
        <pc:spChg chg="mod">
          <ac:chgData name="J F" userId="a083a071fabc28ce" providerId="LiveId" clId="{93F797CC-0730-4312-820B-C6224688283A}" dt="2026-02-11T17:21:14.335" v="2835" actId="113"/>
          <ac:spMkLst>
            <pc:docMk/>
            <pc:sldMk cId="3235781077" sldId="467"/>
            <ac:spMk id="3" creationId="{65FC045B-9E78-2B7B-C53C-DCD9C8703324}"/>
          </ac:spMkLst>
        </pc:spChg>
      </pc:sldChg>
      <pc:sldChg chg="modSp add mod ord">
        <pc:chgData name="J F" userId="a083a071fabc28ce" providerId="LiveId" clId="{93F797CC-0730-4312-820B-C6224688283A}" dt="2026-02-11T17:21:09.577" v="2834" actId="113"/>
        <pc:sldMkLst>
          <pc:docMk/>
          <pc:sldMk cId="3660352553" sldId="468"/>
        </pc:sldMkLst>
        <pc:spChg chg="mod">
          <ac:chgData name="J F" userId="a083a071fabc28ce" providerId="LiveId" clId="{93F797CC-0730-4312-820B-C6224688283A}" dt="2026-02-11T17:21:09.577" v="2834" actId="113"/>
          <ac:spMkLst>
            <pc:docMk/>
            <pc:sldMk cId="3660352553" sldId="468"/>
            <ac:spMk id="3" creationId="{FF4D36F1-AAA5-5C04-909A-1C4211B502F5}"/>
          </ac:spMkLst>
        </pc:spChg>
      </pc:sldChg>
      <pc:sldChg chg="modSp add mod ord">
        <pc:chgData name="J F" userId="a083a071fabc28ce" providerId="LiveId" clId="{93F797CC-0730-4312-820B-C6224688283A}" dt="2026-02-11T17:25:29.149" v="2932" actId="113"/>
        <pc:sldMkLst>
          <pc:docMk/>
          <pc:sldMk cId="646844603" sldId="469"/>
        </pc:sldMkLst>
        <pc:spChg chg="mod">
          <ac:chgData name="J F" userId="a083a071fabc28ce" providerId="LiveId" clId="{93F797CC-0730-4312-820B-C6224688283A}" dt="2026-02-11T17:25:29.149" v="2932" actId="113"/>
          <ac:spMkLst>
            <pc:docMk/>
            <pc:sldMk cId="646844603" sldId="469"/>
            <ac:spMk id="3" creationId="{CEECA06B-F83D-7677-5B9D-A94FC6296630}"/>
          </ac:spMkLst>
        </pc:spChg>
      </pc:sldChg>
      <pc:sldChg chg="modSp add mod ord">
        <pc:chgData name="J F" userId="a083a071fabc28ce" providerId="LiveId" clId="{93F797CC-0730-4312-820B-C6224688283A}" dt="2026-02-11T17:27:49.863" v="2952" actId="20577"/>
        <pc:sldMkLst>
          <pc:docMk/>
          <pc:sldMk cId="1317570905" sldId="470"/>
        </pc:sldMkLst>
        <pc:spChg chg="mod">
          <ac:chgData name="J F" userId="a083a071fabc28ce" providerId="LiveId" clId="{93F797CC-0730-4312-820B-C6224688283A}" dt="2026-02-11T17:27:49.863" v="2952" actId="20577"/>
          <ac:spMkLst>
            <pc:docMk/>
            <pc:sldMk cId="1317570905" sldId="470"/>
            <ac:spMk id="3" creationId="{CDB655AE-42D3-6E40-5FDD-05D92A826B3B}"/>
          </ac:spMkLst>
        </pc:spChg>
      </pc:sldChg>
      <pc:sldChg chg="modSp mod">
        <pc:chgData name="J F" userId="a083a071fabc28ce" providerId="LiveId" clId="{93F797CC-0730-4312-820B-C6224688283A}" dt="2026-02-11T17:28:18.189" v="2957" actId="20577"/>
        <pc:sldMkLst>
          <pc:docMk/>
          <pc:sldMk cId="70385964" sldId="471"/>
        </pc:sldMkLst>
        <pc:spChg chg="mod">
          <ac:chgData name="J F" userId="a083a071fabc28ce" providerId="LiveId" clId="{93F797CC-0730-4312-820B-C6224688283A}" dt="2026-02-11T17:28:18.189" v="2957" actId="20577"/>
          <ac:spMkLst>
            <pc:docMk/>
            <pc:sldMk cId="70385964" sldId="471"/>
            <ac:spMk id="3" creationId="{E4B7A281-946B-AB67-41E3-19451DF5E0D9}"/>
          </ac:spMkLst>
        </pc:spChg>
      </pc:sldChg>
      <pc:sldChg chg="del">
        <pc:chgData name="J F" userId="a083a071fabc28ce" providerId="LiveId" clId="{93F797CC-0730-4312-820B-C6224688283A}" dt="2026-02-11T17:33:18.039" v="2958" actId="47"/>
        <pc:sldMkLst>
          <pc:docMk/>
          <pc:sldMk cId="945209512" sldId="472"/>
        </pc:sldMkLst>
      </pc:sldChg>
    </pc:docChg>
  </pc:docChgLst>
  <pc:docChgLst>
    <pc:chgData name="J F" userId="a083a071fabc28ce" providerId="LiveId" clId="{C50A033E-9E1E-45F5-94C5-AF7787747484}"/>
    <pc:docChg chg="addSld modSld">
      <pc:chgData name="J F" userId="a083a071fabc28ce" providerId="LiveId" clId="{C50A033E-9E1E-45F5-94C5-AF7787747484}" dt="2026-02-11T13:54:13.927" v="183" actId="14100"/>
      <pc:docMkLst>
        <pc:docMk/>
      </pc:docMkLst>
      <pc:sldChg chg="modSp mod">
        <pc:chgData name="J F" userId="a083a071fabc28ce" providerId="LiveId" clId="{C50A033E-9E1E-45F5-94C5-AF7787747484}" dt="2026-02-11T13:48:51.192" v="1" actId="1076"/>
        <pc:sldMkLst>
          <pc:docMk/>
          <pc:sldMk cId="3222842930" sldId="458"/>
        </pc:sldMkLst>
        <pc:picChg chg="mod">
          <ac:chgData name="J F" userId="a083a071fabc28ce" providerId="LiveId" clId="{C50A033E-9E1E-45F5-94C5-AF7787747484}" dt="2026-02-11T13:48:51.192" v="1" actId="1076"/>
          <ac:picMkLst>
            <pc:docMk/>
            <pc:sldMk cId="3222842930" sldId="458"/>
            <ac:picMk id="5" creationId="{00A62273-951E-F368-809E-78D2006316A9}"/>
          </ac:picMkLst>
        </pc:picChg>
      </pc:sldChg>
      <pc:sldChg chg="modSp mod">
        <pc:chgData name="J F" userId="a083a071fabc28ce" providerId="LiveId" clId="{C50A033E-9E1E-45F5-94C5-AF7787747484}" dt="2026-02-11T13:54:13.927" v="183" actId="14100"/>
        <pc:sldMkLst>
          <pc:docMk/>
          <pc:sldMk cId="127222521" sldId="462"/>
        </pc:sldMkLst>
        <pc:graphicFrameChg chg="mod modGraphic">
          <ac:chgData name="J F" userId="a083a071fabc28ce" providerId="LiveId" clId="{C50A033E-9E1E-45F5-94C5-AF7787747484}" dt="2026-02-11T13:54:13.927" v="183" actId="14100"/>
          <ac:graphicFrameMkLst>
            <pc:docMk/>
            <pc:sldMk cId="127222521" sldId="462"/>
            <ac:graphicFrameMk id="6" creationId="{07F33947-C624-8BA6-CACB-698410311771}"/>
          </ac:graphicFrameMkLst>
        </pc:graphicFrameChg>
      </pc:sldChg>
      <pc:sldChg chg="modSp add mod">
        <pc:chgData name="J F" userId="a083a071fabc28ce" providerId="LiveId" clId="{C50A033E-9E1E-45F5-94C5-AF7787747484}" dt="2026-02-11T13:52:08.866" v="178" actId="20577"/>
        <pc:sldMkLst>
          <pc:docMk/>
          <pc:sldMk cId="70385964" sldId="471"/>
        </pc:sldMkLst>
        <pc:spChg chg="mod">
          <ac:chgData name="J F" userId="a083a071fabc28ce" providerId="LiveId" clId="{C50A033E-9E1E-45F5-94C5-AF7787747484}" dt="2026-02-11T13:52:08.866" v="178" actId="20577"/>
          <ac:spMkLst>
            <pc:docMk/>
            <pc:sldMk cId="70385964" sldId="471"/>
            <ac:spMk id="3" creationId="{E4B7A281-946B-AB67-41E3-19451DF5E0D9}"/>
          </ac:spMkLst>
        </pc:spChg>
      </pc:sldChg>
      <pc:sldChg chg="modSp add">
        <pc:chgData name="J F" userId="a083a071fabc28ce" providerId="LiveId" clId="{C50A033E-9E1E-45F5-94C5-AF7787747484}" dt="2026-02-11T13:52:31.507" v="180"/>
        <pc:sldMkLst>
          <pc:docMk/>
          <pc:sldMk cId="945209512" sldId="472"/>
        </pc:sldMkLst>
        <pc:spChg chg="mod">
          <ac:chgData name="J F" userId="a083a071fabc28ce" providerId="LiveId" clId="{C50A033E-9E1E-45F5-94C5-AF7787747484}" dt="2026-02-11T13:52:31.507" v="180"/>
          <ac:spMkLst>
            <pc:docMk/>
            <pc:sldMk cId="945209512" sldId="472"/>
            <ac:spMk id="3" creationId="{F2B7C7D7-BBB1-6BD0-6625-3D293F7E075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374" cy="468474"/>
          </a:xfrm>
          <a:prstGeom prst="rect">
            <a:avLst/>
          </a:prstGeom>
        </p:spPr>
        <p:txBody>
          <a:bodyPr vert="horz" lIns="92181" tIns="46090" rIns="92181" bIns="4609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100" y="0"/>
            <a:ext cx="3067374" cy="468474"/>
          </a:xfrm>
          <a:prstGeom prst="rect">
            <a:avLst/>
          </a:prstGeom>
        </p:spPr>
        <p:txBody>
          <a:bodyPr vert="horz" lIns="92181" tIns="46090" rIns="92181" bIns="46090" rtlCol="0"/>
          <a:lstStyle>
            <a:lvl1pPr algn="r">
              <a:defRPr sz="1200"/>
            </a:lvl1pPr>
          </a:lstStyle>
          <a:p>
            <a:fld id="{96BBB351-EDD0-49B8-B2EA-62610EA82C5A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701675"/>
            <a:ext cx="6242050" cy="3511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81" tIns="46090" rIns="92181" bIns="4609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349" y="4448101"/>
            <a:ext cx="5660378" cy="4213064"/>
          </a:xfrm>
          <a:prstGeom prst="rect">
            <a:avLst/>
          </a:prstGeom>
        </p:spPr>
        <p:txBody>
          <a:bodyPr vert="horz" lIns="92181" tIns="46090" rIns="92181" bIns="4609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3"/>
            <a:ext cx="3067374" cy="468474"/>
          </a:xfrm>
          <a:prstGeom prst="rect">
            <a:avLst/>
          </a:prstGeom>
        </p:spPr>
        <p:txBody>
          <a:bodyPr vert="horz" lIns="92181" tIns="46090" rIns="92181" bIns="4609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100" y="8893003"/>
            <a:ext cx="3067374" cy="468474"/>
          </a:xfrm>
          <a:prstGeom prst="rect">
            <a:avLst/>
          </a:prstGeom>
        </p:spPr>
        <p:txBody>
          <a:bodyPr vert="horz" lIns="92181" tIns="46090" rIns="92181" bIns="46090" rtlCol="0" anchor="b"/>
          <a:lstStyle>
            <a:lvl1pPr algn="r">
              <a:defRPr sz="1200"/>
            </a:lvl1pPr>
          </a:lstStyle>
          <a:p>
            <a:fld id="{59ACB67F-8151-4124-992B-DFCAA9EB69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02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7513" y="701675"/>
            <a:ext cx="6242050" cy="35115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CB67F-8151-4124-992B-DFCAA9EB69C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87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CB67F-8151-4124-992B-DFCAA9EB69C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5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94B9-D2AD-5882-05F0-A3A9EDDA3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CC8A0-D649-2BA5-44AE-AE275692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75495-1E96-9575-291C-B6C99DCC0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977F-2504-E741-85B4-8F01994E1F2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60818-4740-B236-43BD-5139A4A3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2CA6A-28E9-D120-21F5-2C1CE461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3CB7C4-8AB7-4A02-AF24-D04B8AE593D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FE77823C-CE9D-4AB8-FD03-A3A3897EF9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85726"/>
            <a:ext cx="12192000" cy="677227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22000">
                <a:schemeClr val="bg1">
                  <a:lumMod val="95000"/>
                </a:schemeClr>
              </a:gs>
              <a:gs pos="89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0"/>
          </a:gradFill>
          <a:ln w="9525">
            <a:solidFill>
              <a:srgbClr val="00174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</a:endParaRPr>
          </a:p>
        </p:txBody>
      </p:sp>
      <p:grpSp>
        <p:nvGrpSpPr>
          <p:cNvPr id="8" name="Group 20">
            <a:extLst>
              <a:ext uri="{FF2B5EF4-FFF2-40B4-BE49-F238E27FC236}">
                <a16:creationId xmlns:a16="http://schemas.microsoft.com/office/drawing/2014/main" id="{2B26BE58-99AF-9EDF-78D9-C4B0ECF456B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65101" y="120650"/>
            <a:ext cx="11849100" cy="3536950"/>
            <a:chOff x="90488" y="159895"/>
            <a:chExt cx="8848334" cy="685800"/>
          </a:xfrm>
        </p:grpSpPr>
        <p:sp>
          <p:nvSpPr>
            <p:cNvPr id="9" name="AutoShape 6">
              <a:extLst>
                <a:ext uri="{FF2B5EF4-FFF2-40B4-BE49-F238E27FC236}">
                  <a16:creationId xmlns:a16="http://schemas.microsoft.com/office/drawing/2014/main" id="{14D611DA-C74B-B22A-D2D4-8B9EEFD41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88" y="159895"/>
              <a:ext cx="8848334" cy="685800"/>
            </a:xfrm>
            <a:prstGeom prst="roundRect">
              <a:avLst>
                <a:gd name="adj" fmla="val 7044"/>
              </a:avLst>
            </a:prstGeom>
            <a:gradFill rotWithShape="1">
              <a:gsLst>
                <a:gs pos="0">
                  <a:schemeClr val="tx2"/>
                </a:gs>
                <a:gs pos="62000">
                  <a:srgbClr val="345C8C"/>
                </a:gs>
                <a:gs pos="100000">
                  <a:srgbClr val="001746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FAD68C61-D0F3-56B4-B41D-F510C20E4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09" y="173439"/>
              <a:ext cx="8722490" cy="354597"/>
            </a:xfrm>
            <a:prstGeom prst="roundRect">
              <a:avLst>
                <a:gd name="adj" fmla="val 9489"/>
              </a:avLst>
            </a:prstGeom>
            <a:gradFill rotWithShape="1">
              <a:gsLst>
                <a:gs pos="0">
                  <a:srgbClr val="345C8C"/>
                </a:gs>
                <a:gs pos="100000">
                  <a:srgbClr val="5688B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035592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C4102-8DCC-1573-B0B5-8CF1927EC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0DA85-CA89-B670-9D4E-F5F5558B3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F85E7-F5BF-DE51-355C-9473E34A5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9A02F-357D-AF42-B110-A7740AFDCA1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A7911-1823-2E1E-2D66-712942ADD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EDE01-9B5B-211F-C73B-1CC19CAB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1754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7CFC7-568A-6D41-7772-FB4ADD36F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05456-62D2-EF24-015A-D1ADF3114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DAC20-975C-B2B6-203C-A93134E3A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9B27-4D02-2940-AED5-BC8F2B3B150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2032A-46B2-5D29-B32D-B0BD621ED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43DF8-9055-E90C-2AEF-177C5376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A58C41-4A84-4103-8B1F-400B40720A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5792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C0801-5C6A-CD35-3D50-4565AD5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30241-DB6A-254F-0517-9D8DB7E79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4BDA1-6973-07EE-6E72-CD74E7706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2B8E9-728C-7D76-EB29-900405280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7878-2C98-7449-BB8F-764A5EA8E55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C7A48-34D4-D57C-2EDC-D1DD256AC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3B31C-5D98-BA62-F7A0-25CB55A7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62259D-97FB-49DC-B11B-7B32DB7B611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923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8EB2C-637A-E097-5002-F43BDA59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875A7-0C1E-0221-DD0A-0F6386237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7D0D4-3793-7EA8-1EC8-99A3E0310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AC525D-55C8-9EFB-204E-0D339ABAD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864206-380B-4872-E1EE-55AD51693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F37508-42DC-F6E7-622B-12B67E84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FFB4-400D-1240-AB24-6F86C96D4DF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0AF7AB-9D88-E139-8A8B-572C7CAF3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97A7FD-23CB-66E2-1136-D54F5090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72B951-47F7-47E8-ABCC-C30D8600B3F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202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EFE02-F4DC-61B6-741B-EB69EB408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174EAE-35E1-6806-A04D-08A70A2F3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C0351-EB03-5444-BA93-B7E778374E2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72749B-444E-52B1-CED2-07AE994D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8841A-55F5-B8CC-CA2E-EFEC67DD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59959-603D-45AF-9262-10EE684B7B9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0994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8232F9-815D-4513-68CD-4812AD3F7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B90-FF7E-5041-AB9F-1BC0957AB82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7ADBA-0BA5-1371-97AD-0AC5585BA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21C96-43B8-4B8E-265A-09AE33C54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2ADB48-4871-47C6-ABDA-A8B28643CDE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0207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E1174-5DAF-4C70-192E-7E39F5A1F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8F73C-8E96-82F5-7E12-6696F6457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CF5B9-E188-1041-D40C-11199787C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004E7-5F14-7D4F-B358-8287F286B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8CB6-48D8-4E47-B0D3-B56230F429D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25043-DC74-30BB-5F2C-F238EBAD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5DC01-6520-3DAD-133D-879069A44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49550-A0E9-4486-8C1A-12415A0125D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662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4040-9059-3BE1-CB3C-2DC749E17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F03CC3-642B-4F66-2026-424C1527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5AB66-1920-2BAF-4F02-9FE7B0CC2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2AA81-C2B1-E7A6-D7DA-65F3F063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16D3-DCE8-CC45-8106-AE5DFCD073F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8C8E4-26C2-B7B5-B8AA-92C36D2A0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A06B2-89BA-DAE2-2A69-26EA790B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1C1C2-E5A5-46B4-A575-35D07278859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5099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D4753-D57F-7AF0-B63F-9C2AD9F69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07F78-C403-7CBD-016C-3B4753428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7DA59-9061-4F00-F9BE-E02ED2A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A7C16-FAF2-2C41-B697-563997C522A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CBB2E-BDD0-C8FF-AF47-315C1D00B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7AC74-746B-2473-9694-88B1AAD7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499D66-49EA-4545-891D-69257CE9FAC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8899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0A1FA8-1781-C204-00AF-9C889873E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489C16-476E-671F-8A19-910B895F3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EB835-ECA9-E235-747E-9211DEB76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9D9EA-0687-604F-B97A-763B6765DF9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8B1C6-C538-9CA0-558E-018001EB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11B3D-C236-B820-4AF6-32C2AED3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9484F7-2E86-4CF4-B851-DC47CF54D5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5282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 marL="685800" indent="-342900">
              <a:defRPr sz="1800"/>
            </a:lvl2pPr>
            <a:lvl3pPr marL="1028700" indent="-342900">
              <a:buFont typeface="Wingdings" pitchFamily="2" charset="2"/>
              <a:buChar char="§"/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10573-0544-4F85-A2EE-64B9FF697C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0FF842-F210-8ED2-3E38-8116943C8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8D8D9-AFF9-AAFE-29A4-FC21803D8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04987-100E-F9B8-0B73-5D2596E71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A5468-01B8-585F-2E1D-FCEC0AF95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F5183-9F20-461E-D5F2-A35EBAEA7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972B951-47F7-47E8-ABCC-C30D8600B3F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3602B3E-68DB-B785-33A0-5E78F34110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29446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40D535D7-CAB2-D866-4765-D7D76E6124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873" y="1"/>
            <a:ext cx="12192000" cy="677227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22000">
                <a:schemeClr val="bg1">
                  <a:lumMod val="95000"/>
                </a:schemeClr>
              </a:gs>
              <a:gs pos="89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0"/>
          </a:gradFill>
          <a:ln w="9525">
            <a:solidFill>
              <a:srgbClr val="00174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</a:endParaRPr>
          </a:p>
        </p:txBody>
      </p:sp>
      <p:grpSp>
        <p:nvGrpSpPr>
          <p:cNvPr id="9" name="Group 20">
            <a:extLst>
              <a:ext uri="{FF2B5EF4-FFF2-40B4-BE49-F238E27FC236}">
                <a16:creationId xmlns:a16="http://schemas.microsoft.com/office/drawing/2014/main" id="{E9A96B0D-3665-2AFA-4049-07F530EC048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65101" y="120651"/>
            <a:ext cx="11849100" cy="828675"/>
            <a:chOff x="90488" y="159895"/>
            <a:chExt cx="8848334" cy="685800"/>
          </a:xfrm>
        </p:grpSpPr>
        <p:sp>
          <p:nvSpPr>
            <p:cNvPr id="10" name="AutoShape 6">
              <a:extLst>
                <a:ext uri="{FF2B5EF4-FFF2-40B4-BE49-F238E27FC236}">
                  <a16:creationId xmlns:a16="http://schemas.microsoft.com/office/drawing/2014/main" id="{806E9F0B-BF93-BC6B-D71C-9CF75596D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88" y="159895"/>
              <a:ext cx="8848334" cy="685800"/>
            </a:xfrm>
            <a:prstGeom prst="roundRect">
              <a:avLst>
                <a:gd name="adj" fmla="val 11891"/>
              </a:avLst>
            </a:prstGeom>
            <a:gradFill rotWithShape="1">
              <a:gsLst>
                <a:gs pos="0">
                  <a:schemeClr val="tx2"/>
                </a:gs>
                <a:gs pos="62000">
                  <a:srgbClr val="345C8C"/>
                </a:gs>
                <a:gs pos="100000">
                  <a:srgbClr val="001746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1" name="AutoShape 8">
              <a:extLst>
                <a:ext uri="{FF2B5EF4-FFF2-40B4-BE49-F238E27FC236}">
                  <a16:creationId xmlns:a16="http://schemas.microsoft.com/office/drawing/2014/main" id="{0420549F-9466-2981-B0F3-FFC8238A4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37" y="181740"/>
              <a:ext cx="8788565" cy="301030"/>
            </a:xfrm>
            <a:prstGeom prst="roundRect">
              <a:avLst>
                <a:gd name="adj" fmla="val 19444"/>
              </a:avLst>
            </a:prstGeom>
            <a:gradFill rotWithShape="1">
              <a:gsLst>
                <a:gs pos="0">
                  <a:srgbClr val="345C8C"/>
                </a:gs>
                <a:gs pos="100000">
                  <a:srgbClr val="5688B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733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651" r:id="rId12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0" name="Rectangle 210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1" name="Rectangle 21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2" name="Rectangle 21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7" name="Rectangle 21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8" name="Freeform: Shape 21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5806" y="-152400"/>
            <a:ext cx="4280889" cy="80413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br>
              <a:rPr lang="en-US" sz="1300">
                <a:solidFill>
                  <a:srgbClr val="FFFFFF"/>
                </a:solidFill>
                <a:effectLst/>
                <a:latin typeface="+mn-lt"/>
                <a:ea typeface="Times New Roman" panose="02020603050405020304" pitchFamily="18" charset="0"/>
              </a:rPr>
            </a:br>
            <a:br>
              <a:rPr lang="en-US" sz="36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</a:br>
            <a:r>
              <a:rPr lang="en-US" sz="3100">
                <a:solidFill>
                  <a:schemeClr val="bg1"/>
                </a:solidFill>
                <a:latin typeface="Calibri" panose="020F0502020204030204" pitchFamily="34" charset="0"/>
              </a:rPr>
              <a:t>Assignment Two</a:t>
            </a:r>
            <a:br>
              <a:rPr lang="en-US" sz="3100">
                <a:solidFill>
                  <a:schemeClr val="bg1"/>
                </a:solidFill>
                <a:latin typeface="Calibri" panose="020F0502020204030204" pitchFamily="34" charset="0"/>
              </a:rPr>
            </a:br>
            <a:r>
              <a:rPr lang="en-US" sz="3100">
                <a:solidFill>
                  <a:schemeClr val="bg1"/>
                </a:solidFill>
                <a:latin typeface="Calibri" panose="020F0502020204030204" pitchFamily="34" charset="0"/>
              </a:rPr>
              <a:t>Graph Visualization</a:t>
            </a:r>
            <a:br>
              <a:rPr lang="en-US" sz="3100">
                <a:solidFill>
                  <a:schemeClr val="bg1"/>
                </a:solidFill>
                <a:latin typeface="Calibri" panose="020F0502020204030204" pitchFamily="34" charset="0"/>
              </a:rPr>
            </a:br>
            <a:br>
              <a:rPr lang="en-US" sz="22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</a:br>
            <a:r>
              <a:rPr lang="en-US" sz="22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Amazon Beauty Product Reviews</a:t>
            </a:r>
            <a:br>
              <a:rPr lang="en-US" sz="22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</a:br>
            <a:br>
              <a:rPr lang="en-US" sz="22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</a:br>
            <a:r>
              <a:rPr lang="en-US" sz="24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February 4, 2026</a:t>
            </a:r>
            <a:br>
              <a:rPr lang="en-US" sz="36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</a:br>
            <a:br>
              <a:rPr lang="en-US" sz="22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</a:br>
            <a:r>
              <a:rPr lang="en-US" sz="18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Dr. Joseph Foy, CPA</a:t>
            </a:r>
            <a:br>
              <a:rPr lang="en-US" sz="36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</a:br>
            <a:r>
              <a:rPr lang="en-US" sz="16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Online Business Programs</a:t>
            </a:r>
            <a:br>
              <a:rPr lang="en-US" sz="16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</a:br>
            <a:r>
              <a:rPr lang="en-US" sz="16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CUNY School of Professional Studies</a:t>
            </a:r>
            <a:br>
              <a:rPr lang="en-US" sz="16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</a:br>
            <a:br>
              <a:rPr lang="en-US" sz="16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</a:br>
            <a:br>
              <a:rPr lang="en-US" sz="27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</a:br>
            <a:br>
              <a:rPr lang="en-US" sz="1600">
                <a:solidFill>
                  <a:schemeClr val="bg1"/>
                </a:solidFill>
                <a:latin typeface="Calibri" panose="020F0502020204030204" pitchFamily="34" charset="0"/>
              </a:rPr>
            </a:br>
            <a:br>
              <a:rPr lang="en-US" sz="2000">
                <a:solidFill>
                  <a:schemeClr val="bg1"/>
                </a:solidFill>
                <a:latin typeface="Calibri" panose="020F0502020204030204" pitchFamily="34" charset="0"/>
              </a:rPr>
            </a:br>
            <a:br>
              <a:rPr lang="en-US" sz="1300">
                <a:solidFill>
                  <a:srgbClr val="FFFFFF"/>
                </a:solidFill>
                <a:effectLst/>
                <a:latin typeface="+mn-lt"/>
                <a:ea typeface="Times New Roman" panose="02020603050405020304" pitchFamily="18" charset="0"/>
              </a:rPr>
            </a:br>
            <a:br>
              <a:rPr lang="en-US" sz="1300">
                <a:solidFill>
                  <a:srgbClr val="FFFFFF"/>
                </a:solidFill>
                <a:effectLst/>
                <a:latin typeface="+mn-lt"/>
                <a:ea typeface="Times New Roman" panose="02020603050405020304" pitchFamily="18" charset="0"/>
              </a:rPr>
            </a:br>
            <a:br>
              <a:rPr lang="en-US" sz="1300">
                <a:solidFill>
                  <a:srgbClr val="FFFFFF"/>
                </a:solidFill>
                <a:effectLst/>
                <a:latin typeface="+mn-lt"/>
                <a:ea typeface="Times New Roman" panose="02020603050405020304" pitchFamily="18" charset="0"/>
              </a:rPr>
            </a:br>
            <a:br>
              <a:rPr lang="en-US" sz="1300">
                <a:solidFill>
                  <a:srgbClr val="FFFFFF"/>
                </a:solidFill>
                <a:effectLst/>
                <a:latin typeface="+mn-lt"/>
                <a:ea typeface="Times New Roman" panose="02020603050405020304" pitchFamily="18" charset="0"/>
              </a:rPr>
            </a:br>
            <a:endParaRPr lang="en-US" sz="1300" i="1">
              <a:solidFill>
                <a:srgbClr val="FFFF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4E976-1374-B235-B23A-6EF10FBEE675}"/>
              </a:ext>
            </a:extLst>
          </p:cNvPr>
          <p:cNvSpPr txBox="1"/>
          <p:nvPr/>
        </p:nvSpPr>
        <p:spPr>
          <a:xfrm>
            <a:off x="4800870" y="457200"/>
            <a:ext cx="67949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+mj-cs"/>
              </a:rPr>
              <a:t>A Python-Gephi Analysis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043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205F3-3B0B-408E-F2CB-D3FE7157B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10D25-1B30-B510-E167-14EF8C47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E6BA7-937B-A8E9-A648-20D6AAF4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916B35-7BBE-40C5-907F-10DC93126BB1}"/>
              </a:ext>
            </a:extLst>
          </p:cNvPr>
          <p:cNvSpPr/>
          <p:nvPr/>
        </p:nvSpPr>
        <p:spPr>
          <a:xfrm>
            <a:off x="574204" y="869731"/>
            <a:ext cx="11043592" cy="5761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>
                <a:solidFill>
                  <a:prstClr val="black"/>
                </a:solidFill>
                <a:latin typeface="Constantia"/>
              </a:rPr>
              <a:t>Assignment Overview</a:t>
            </a:r>
          </a:p>
          <a:p>
            <a:pPr marL="344488" indent="-3444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Stanford Large Network Dataset Collection, I analyzed a network constructed from Amazon Beauty product reviews, which was stored in a CSV file within a zip file.</a:t>
            </a:r>
          </a:p>
          <a:p>
            <a:pPr marL="344488" indent="-3444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for specific dataset:</a:t>
            </a:r>
          </a:p>
          <a:p>
            <a:pPr marL="460375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Ni, J., Li, J. and McAuley, J. (2019). Justifying Recommendations using Distantly-labeled Reviews and Fined-grained Aspects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Methods in Natural Language Processing.</a:t>
            </a:r>
          </a:p>
          <a:p>
            <a:pPr marL="3444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nodes represent Reviewers and Products. The edges represent a review linking a Reviewer to a Product. This structure allows one to study patterns of consumer behavior and product popularity using graph analytics and visualization. 	</a:t>
            </a:r>
          </a:p>
          <a:p>
            <a:pPr marL="344488" indent="-3444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type of graph is bipartite. Reviewers connect only to Products, and vice versa. Reviewers do not connect to Reviewers, and Products do not connect to Products.</a:t>
            </a:r>
          </a:p>
          <a:p>
            <a:pPr marL="344488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543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4B33A-41E7-D3FC-1F12-5E6C17E6D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BBC37-7CD1-158F-8EDF-7D84F42C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Python Code for Gelphi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22250-0E63-0776-4A78-5637A85D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A76662-16DB-0630-96F2-1F7CB751C680}"/>
              </a:ext>
            </a:extLst>
          </p:cNvPr>
          <p:cNvSpPr/>
          <p:nvPr/>
        </p:nvSpPr>
        <p:spPr>
          <a:xfrm>
            <a:off x="228600" y="914400"/>
            <a:ext cx="11811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# Import Required Packages</a:t>
            </a:r>
          </a:p>
          <a:p>
            <a:endParaRPr lang="en-US" i="1" dirty="0"/>
          </a:p>
          <a:p>
            <a:r>
              <a:rPr lang="en-US" i="1" dirty="0"/>
              <a:t>import </a:t>
            </a:r>
            <a:r>
              <a:rPr lang="en-US" i="1" dirty="0" err="1"/>
              <a:t>networkx</a:t>
            </a:r>
            <a:r>
              <a:rPr lang="en-US" i="1" dirty="0"/>
              <a:t> as </a:t>
            </a:r>
            <a:r>
              <a:rPr lang="en-US" i="1" dirty="0" err="1"/>
              <a:t>nx</a:t>
            </a:r>
            <a:r>
              <a:rPr lang="en-US" i="1" dirty="0"/>
              <a:t>   # I used </a:t>
            </a:r>
            <a:r>
              <a:rPr lang="en-US" i="1" dirty="0" err="1"/>
              <a:t>NetworkX</a:t>
            </a:r>
            <a:r>
              <a:rPr lang="en-US" i="1" dirty="0"/>
              <a:t> to construct and analyze the network graph, including centrality and diameter.</a:t>
            </a:r>
          </a:p>
          <a:p>
            <a:r>
              <a:rPr lang="en-US" i="1" dirty="0"/>
              <a:t>import </a:t>
            </a:r>
            <a:r>
              <a:rPr lang="en-US" i="1" dirty="0" err="1"/>
              <a:t>gzip</a:t>
            </a:r>
            <a:r>
              <a:rPr lang="en-US" i="1" dirty="0"/>
              <a:t>                      # I had to use </a:t>
            </a:r>
            <a:r>
              <a:rPr lang="en-US" i="1" dirty="0" err="1"/>
              <a:t>gzip</a:t>
            </a:r>
            <a:r>
              <a:rPr lang="en-US" i="1" dirty="0"/>
              <a:t> because the dataset was compressed as a .</a:t>
            </a:r>
            <a:r>
              <a:rPr lang="en-US" i="1" dirty="0" err="1"/>
              <a:t>gz</a:t>
            </a:r>
            <a:r>
              <a:rPr lang="en-US" i="1" dirty="0"/>
              <a:t> file.</a:t>
            </a:r>
          </a:p>
          <a:p>
            <a:r>
              <a:rPr lang="en-US" i="1" dirty="0"/>
              <a:t>import </a:t>
            </a:r>
            <a:r>
              <a:rPr lang="en-US" i="1" dirty="0" err="1"/>
              <a:t>json</a:t>
            </a:r>
            <a:r>
              <a:rPr lang="en-US" i="1" dirty="0"/>
              <a:t>                      # I used </a:t>
            </a:r>
            <a:r>
              <a:rPr lang="en-US" i="1" dirty="0" err="1"/>
              <a:t>json</a:t>
            </a:r>
            <a:r>
              <a:rPr lang="en-US" i="1" dirty="0"/>
              <a:t> to convert each review from raw text into a readable Python dictionary.</a:t>
            </a:r>
          </a:p>
          <a:p>
            <a:r>
              <a:rPr lang="en-US" i="1" dirty="0"/>
              <a:t>import pandas as pd      # I used pandas to organize the review data into a structured table.</a:t>
            </a:r>
          </a:p>
          <a:p>
            <a:endParaRPr lang="en-US" i="1" dirty="0"/>
          </a:p>
          <a:p>
            <a:r>
              <a:rPr lang="en-US" dirty="0"/>
              <a:t># Load the Amazon Beauty Review Dataset</a:t>
            </a:r>
          </a:p>
          <a:p>
            <a:r>
              <a:rPr lang="en-US" dirty="0"/>
              <a:t># Each line in the file represents one review in JSON format.</a:t>
            </a:r>
          </a:p>
          <a:p>
            <a:r>
              <a:rPr lang="en-US" dirty="0"/>
              <a:t># Since the dataset was compressed, I had to read it line-by-line using </a:t>
            </a:r>
            <a:r>
              <a:rPr lang="en-US" dirty="0" err="1"/>
              <a:t>gzip</a:t>
            </a:r>
            <a:endParaRPr lang="en-US" dirty="0"/>
          </a:p>
          <a:p>
            <a:r>
              <a:rPr lang="en-US" dirty="0"/>
              <a:t># and convert each review into a Python object.</a:t>
            </a:r>
          </a:p>
          <a:p>
            <a:endParaRPr lang="en-US" dirty="0"/>
          </a:p>
          <a:p>
            <a:r>
              <a:rPr lang="en-US" dirty="0"/>
              <a:t>with </a:t>
            </a:r>
            <a:r>
              <a:rPr lang="en-US" dirty="0" err="1"/>
              <a:t>gzip.open</a:t>
            </a:r>
            <a:r>
              <a:rPr lang="en-US" dirty="0"/>
              <a:t>("all-beauty-5.json.gz", "rt", encoding="utf-8") as f:    </a:t>
            </a:r>
          </a:p>
          <a:p>
            <a:r>
              <a:rPr lang="en-US" dirty="0"/>
              <a:t>     data = [</a:t>
            </a:r>
            <a:r>
              <a:rPr lang="en-US" dirty="0" err="1"/>
              <a:t>json.loads</a:t>
            </a:r>
            <a:r>
              <a:rPr lang="en-US" dirty="0"/>
              <a:t>(line) for line in f]</a:t>
            </a:r>
          </a:p>
          <a:p>
            <a:endParaRPr lang="en-US" dirty="0"/>
          </a:p>
          <a:p>
            <a:r>
              <a:rPr lang="en-US" dirty="0"/>
              <a:t># After loading the raw review data, I converted it into a pandas DataFrame</a:t>
            </a:r>
          </a:p>
          <a:p>
            <a:r>
              <a:rPr lang="en-US" dirty="0"/>
              <a:t># so that I could easily construct the network from structured columns.</a:t>
            </a:r>
          </a:p>
          <a:p>
            <a:endParaRPr lang="en-US" dirty="0"/>
          </a:p>
          <a:p>
            <a:r>
              <a:rPr lang="en-US" dirty="0"/>
              <a:t>df = </a:t>
            </a:r>
            <a:r>
              <a:rPr lang="en-US" dirty="0" err="1"/>
              <a:t>pd.DataFrame</a:t>
            </a:r>
            <a:r>
              <a:rPr lang="en-US" dirty="0"/>
              <a:t>(data)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95199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5DDC8-6A75-1D05-70D9-E97F376A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CCB23-046C-AC38-6770-ECBAC1F16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Python Code for Gelphi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4207C-4D81-7C65-7DF7-9FEE3836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FC045B-9E78-2B7B-C53C-DCD9C8703324}"/>
              </a:ext>
            </a:extLst>
          </p:cNvPr>
          <p:cNvSpPr/>
          <p:nvPr/>
        </p:nvSpPr>
        <p:spPr>
          <a:xfrm>
            <a:off x="228600" y="914400"/>
            <a:ext cx="11811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# I created a bipartite network where:# Reviewers represent one type of node.</a:t>
            </a:r>
          </a:p>
          <a:p>
            <a:r>
              <a:rPr lang="en-US" i="1" dirty="0"/>
              <a:t># Products (ASINs) represent another type of node.</a:t>
            </a:r>
          </a:p>
          <a:p>
            <a:r>
              <a:rPr lang="en-US" i="1" dirty="0"/>
              <a:t># Each review forms a connection between a reviewer and a product.</a:t>
            </a:r>
          </a:p>
          <a:p>
            <a:endParaRPr lang="en-US" i="1" dirty="0"/>
          </a:p>
          <a:p>
            <a:r>
              <a:rPr lang="en-US" i="1" dirty="0"/>
              <a:t>G = </a:t>
            </a:r>
            <a:r>
              <a:rPr lang="en-US" i="1" dirty="0" err="1"/>
              <a:t>nx.from_pandas_edgelist</a:t>
            </a:r>
            <a:r>
              <a:rPr lang="en-US" i="1" dirty="0"/>
              <a:t>(df,  source="</a:t>
            </a:r>
            <a:r>
              <a:rPr lang="en-US" i="1" dirty="0" err="1"/>
              <a:t>reviewerID</a:t>
            </a:r>
            <a:r>
              <a:rPr lang="en-US" i="1" dirty="0"/>
              <a:t>",  target="</a:t>
            </a:r>
            <a:r>
              <a:rPr lang="en-US" i="1" dirty="0" err="1"/>
              <a:t>asin</a:t>
            </a:r>
            <a:r>
              <a:rPr lang="en-US" i="1" dirty="0"/>
              <a:t>")</a:t>
            </a:r>
          </a:p>
          <a:p>
            <a:endParaRPr lang="en-US" i="1" dirty="0"/>
          </a:p>
          <a:p>
            <a:r>
              <a:rPr lang="en-US" i="1" dirty="0"/>
              <a:t># I printed the total number of nodes and edges to understand</a:t>
            </a:r>
          </a:p>
          <a:p>
            <a:r>
              <a:rPr lang="en-US" i="1" dirty="0"/>
              <a:t># the overall size and density of the network.</a:t>
            </a:r>
          </a:p>
          <a:p>
            <a:endParaRPr lang="en-US" i="1" dirty="0"/>
          </a:p>
          <a:p>
            <a:r>
              <a:rPr lang="en-US" i="1" dirty="0"/>
              <a:t>print("Total Nodes:", </a:t>
            </a:r>
            <a:r>
              <a:rPr lang="en-US" i="1" dirty="0" err="1"/>
              <a:t>G.number_of_nodes</a:t>
            </a:r>
            <a:r>
              <a:rPr lang="en-US" i="1" dirty="0"/>
              <a:t>())print("Total Edges:", </a:t>
            </a:r>
            <a:r>
              <a:rPr lang="en-US" i="1" dirty="0" err="1"/>
              <a:t>G.number_of_edges</a:t>
            </a:r>
            <a:r>
              <a:rPr lang="en-US" i="1" dirty="0"/>
              <a:t>())</a:t>
            </a:r>
          </a:p>
          <a:p>
            <a:endParaRPr lang="en-US" i="1" dirty="0"/>
          </a:p>
          <a:p>
            <a:pPr latinLnBrk="1"/>
            <a:r>
              <a:rPr lang="en-US" b="1" dirty="0"/>
              <a:t>Total Nodes: 1076</a:t>
            </a:r>
          </a:p>
          <a:p>
            <a:pPr latinLnBrk="1"/>
            <a:r>
              <a:rPr lang="en-US" b="1" dirty="0"/>
              <a:t>Total Edges: 4092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78107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0DA00-B5A3-58DD-92D0-55CBD3137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C3CE9-16AE-D7F8-78C9-C1CC649F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Python Code for Gelphi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4C206-8B13-DC62-3342-D33BFAE4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4D36F1-AAA5-5C04-909A-1C4211B502F5}"/>
              </a:ext>
            </a:extLst>
          </p:cNvPr>
          <p:cNvSpPr/>
          <p:nvPr/>
        </p:nvSpPr>
        <p:spPr>
          <a:xfrm>
            <a:off x="228600" y="914400"/>
            <a:ext cx="11811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# Isolate the Largest Connected Component</a:t>
            </a:r>
          </a:p>
          <a:p>
            <a:r>
              <a:rPr lang="en-US" i="1" dirty="0"/>
              <a:t># Because real-world networks often contain disconnected pieces,</a:t>
            </a:r>
          </a:p>
          <a:p>
            <a:r>
              <a:rPr lang="en-US" i="1" dirty="0"/>
              <a:t># I extracted the largest connected component to focus my analysis</a:t>
            </a:r>
          </a:p>
          <a:p>
            <a:r>
              <a:rPr lang="en-US" i="1" dirty="0"/>
              <a:t># on the main structural core of the network.</a:t>
            </a:r>
          </a:p>
          <a:p>
            <a:endParaRPr lang="en-US" i="1" dirty="0"/>
          </a:p>
          <a:p>
            <a:r>
              <a:rPr lang="en-US" i="1" dirty="0" err="1"/>
              <a:t>largest_cc</a:t>
            </a:r>
            <a:r>
              <a:rPr lang="en-US" i="1" dirty="0"/>
              <a:t> = max(</a:t>
            </a:r>
            <a:r>
              <a:rPr lang="en-US" i="1" dirty="0" err="1"/>
              <a:t>nx.connected_components</a:t>
            </a:r>
            <a:r>
              <a:rPr lang="en-US" i="1" dirty="0"/>
              <a:t>(G), key=</a:t>
            </a:r>
            <a:r>
              <a:rPr lang="en-US" i="1" dirty="0" err="1"/>
              <a:t>len</a:t>
            </a:r>
            <a:r>
              <a:rPr lang="en-US" i="1" dirty="0"/>
              <a:t>)</a:t>
            </a:r>
          </a:p>
          <a:p>
            <a:r>
              <a:rPr lang="en-US" i="1" dirty="0" err="1"/>
              <a:t>G_cc</a:t>
            </a:r>
            <a:r>
              <a:rPr lang="en-US" i="1" dirty="0"/>
              <a:t> = </a:t>
            </a:r>
            <a:r>
              <a:rPr lang="en-US" i="1" dirty="0" err="1"/>
              <a:t>G.subgraph</a:t>
            </a:r>
            <a:r>
              <a:rPr lang="en-US" i="1" dirty="0"/>
              <a:t>(</a:t>
            </a:r>
            <a:r>
              <a:rPr lang="en-US" i="1" dirty="0" err="1"/>
              <a:t>largest_cc</a:t>
            </a:r>
            <a:r>
              <a:rPr lang="en-US" i="1" dirty="0"/>
              <a:t>)</a:t>
            </a:r>
          </a:p>
          <a:p>
            <a:endParaRPr lang="en-US" i="1" dirty="0"/>
          </a:p>
          <a:p>
            <a:r>
              <a:rPr lang="en-US" i="1" dirty="0"/>
              <a:t># I calculated the graph diameter to measure the maximum distance</a:t>
            </a:r>
          </a:p>
          <a:p>
            <a:r>
              <a:rPr lang="en-US" i="1" dirty="0"/>
              <a:t># between any two nodes in this main component.</a:t>
            </a:r>
          </a:p>
          <a:p>
            <a:endParaRPr lang="en-US" i="1" dirty="0"/>
          </a:p>
          <a:p>
            <a:r>
              <a:rPr lang="en-US" i="1" dirty="0"/>
              <a:t>print("Graph Diameter (Largest Component):", </a:t>
            </a:r>
            <a:r>
              <a:rPr lang="en-US" i="1" dirty="0" err="1"/>
              <a:t>nx.diameter</a:t>
            </a:r>
            <a:r>
              <a:rPr lang="en-US" i="1" dirty="0"/>
              <a:t>(</a:t>
            </a:r>
            <a:r>
              <a:rPr lang="en-US" i="1" dirty="0" err="1"/>
              <a:t>G_cc</a:t>
            </a:r>
            <a:r>
              <a:rPr lang="en-US" i="1" dirty="0"/>
              <a:t>))</a:t>
            </a:r>
          </a:p>
          <a:p>
            <a:endParaRPr lang="en-US" i="1" dirty="0"/>
          </a:p>
          <a:p>
            <a:r>
              <a:rPr lang="en-US" b="1" dirty="0"/>
              <a:t>Graph Diameter (Largest Component): 10</a:t>
            </a:r>
          </a:p>
          <a:p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66035255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789BE-530F-6BA4-56E9-C8F8F5F19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470DB-67CF-A951-2B69-FD475777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Python Code for Gelphi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7FCD8-A707-DF5F-599A-BB5411AE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ECA06B-F83D-7677-5B9D-A94FC6296630}"/>
              </a:ext>
            </a:extLst>
          </p:cNvPr>
          <p:cNvSpPr/>
          <p:nvPr/>
        </p:nvSpPr>
        <p:spPr>
          <a:xfrm>
            <a:off x="228600" y="914400"/>
            <a:ext cx="11811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# Degree Centrality measures how many direct connections each node has.</a:t>
            </a:r>
          </a:p>
          <a:p>
            <a:r>
              <a:rPr lang="en-US" i="1" dirty="0"/>
              <a:t># It reflects how many reviewers reviewed products and how many products they reviewed.</a:t>
            </a:r>
          </a:p>
          <a:p>
            <a:endParaRPr lang="en-US" i="1" dirty="0"/>
          </a:p>
          <a:p>
            <a:r>
              <a:rPr lang="en-US" i="1" dirty="0" err="1"/>
              <a:t>degree_centrality</a:t>
            </a:r>
            <a:r>
              <a:rPr lang="en-US" i="1" dirty="0"/>
              <a:t> = </a:t>
            </a:r>
            <a:r>
              <a:rPr lang="en-US" i="1" dirty="0" err="1"/>
              <a:t>nx.degree_centrality</a:t>
            </a:r>
            <a:r>
              <a:rPr lang="en-US" i="1" dirty="0"/>
              <a:t>(</a:t>
            </a:r>
            <a:r>
              <a:rPr lang="en-US" i="1" dirty="0" err="1"/>
              <a:t>G_cc</a:t>
            </a:r>
            <a:r>
              <a:rPr lang="en-US" i="1" dirty="0"/>
              <a:t>)</a:t>
            </a:r>
          </a:p>
          <a:p>
            <a:endParaRPr lang="en-US" i="1" dirty="0"/>
          </a:p>
          <a:p>
            <a:r>
              <a:rPr lang="en-US" i="1" dirty="0"/>
              <a:t># I displayed the six most central nodes to identify which actors are most structurally influential in the network.</a:t>
            </a:r>
          </a:p>
          <a:p>
            <a:endParaRPr lang="en-US" i="1" dirty="0"/>
          </a:p>
          <a:p>
            <a:r>
              <a:rPr lang="en-US" i="1" dirty="0"/>
              <a:t>print("\</a:t>
            </a:r>
            <a:r>
              <a:rPr lang="en-US" i="1" dirty="0" err="1"/>
              <a:t>nTop</a:t>
            </a:r>
            <a:r>
              <a:rPr lang="en-US" i="1" dirty="0"/>
              <a:t> 6 Nodes by Degree Centrality:")</a:t>
            </a:r>
          </a:p>
          <a:p>
            <a:r>
              <a:rPr lang="en-US" i="1" dirty="0"/>
              <a:t>for node, score in sorted(</a:t>
            </a:r>
          </a:p>
          <a:p>
            <a:r>
              <a:rPr lang="en-US" i="1" dirty="0"/>
              <a:t>	</a:t>
            </a:r>
            <a:r>
              <a:rPr lang="en-US" i="1" dirty="0" err="1"/>
              <a:t>degree_centrality.items</a:t>
            </a:r>
            <a:r>
              <a:rPr lang="en-US" i="1" dirty="0"/>
              <a:t>(), </a:t>
            </a:r>
          </a:p>
          <a:p>
            <a:r>
              <a:rPr lang="en-US" i="1" dirty="0"/>
              <a:t>	key=lambda x: x[1],        </a:t>
            </a:r>
          </a:p>
          <a:p>
            <a:r>
              <a:rPr lang="en-US" i="1" dirty="0"/>
              <a:t>	reverse=True)[:6]:    </a:t>
            </a:r>
          </a:p>
          <a:p>
            <a:r>
              <a:rPr lang="en-US" i="1" dirty="0"/>
              <a:t>      print(node, round(score, 4))</a:t>
            </a:r>
          </a:p>
          <a:p>
            <a:endParaRPr lang="en-US" i="1" dirty="0"/>
          </a:p>
          <a:p>
            <a:pPr latinLnBrk="1"/>
            <a:r>
              <a:rPr lang="en-US" b="1" dirty="0"/>
              <a:t>Top 6 Nodes by Degree Centrality:</a:t>
            </a:r>
          </a:p>
          <a:p>
            <a:pPr latinLnBrk="1"/>
            <a:r>
              <a:rPr lang="en-US" b="1" dirty="0"/>
              <a:t>B0012Y0ZG2 0.8174</a:t>
            </a:r>
          </a:p>
          <a:p>
            <a:pPr latinLnBrk="1"/>
            <a:r>
              <a:rPr lang="en-US" b="1" dirty="0"/>
              <a:t>B000URXP6E 0.7959</a:t>
            </a:r>
          </a:p>
          <a:p>
            <a:pPr latinLnBrk="1"/>
            <a:r>
              <a:rPr lang="en-US" b="1" dirty="0"/>
              <a:t>B00006L9LC 0.4579</a:t>
            </a:r>
          </a:p>
          <a:p>
            <a:pPr latinLnBrk="1"/>
            <a:r>
              <a:rPr lang="en-US" b="1" dirty="0"/>
              <a:t>B001OHV1H4 0.4579</a:t>
            </a:r>
          </a:p>
          <a:p>
            <a:pPr latinLnBrk="1"/>
            <a:r>
              <a:rPr lang="en-US" b="1" dirty="0"/>
              <a:t>B0009RF9DW 0.3614</a:t>
            </a:r>
          </a:p>
          <a:p>
            <a:pPr latinLnBrk="1"/>
            <a:r>
              <a:rPr lang="en-US" b="1" dirty="0"/>
              <a:t>B000FI4S1E 0.3614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84460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0718A-6214-E025-D09A-E483D44E5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BAB95-1D2E-E182-6685-5012CC9F6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Python Code for Gelphi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7FF4D-B035-8B91-B8CB-38E6EA83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B655AE-42D3-6E40-5FDD-05D92A826B3B}"/>
              </a:ext>
            </a:extLst>
          </p:cNvPr>
          <p:cNvSpPr/>
          <p:nvPr/>
        </p:nvSpPr>
        <p:spPr>
          <a:xfrm>
            <a:off x="228600" y="914400"/>
            <a:ext cx="11811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# Prepare Data for Visualization (Gephi Export)</a:t>
            </a:r>
          </a:p>
          <a:p>
            <a:r>
              <a:rPr lang="en-US" i="1" dirty="0"/>
              <a:t># Create node classification table (Reviewer vs Product)</a:t>
            </a:r>
          </a:p>
          <a:p>
            <a:r>
              <a:rPr lang="en-US" i="1" dirty="0"/>
              <a:t># To prepare the data for Gephi visualization,</a:t>
            </a:r>
          </a:p>
          <a:p>
            <a:r>
              <a:rPr lang="en-US" i="1" dirty="0"/>
              <a:t># I created a node table to distinguish between reviewers and products.</a:t>
            </a:r>
          </a:p>
          <a:p>
            <a:endParaRPr lang="en-US" i="1" dirty="0"/>
          </a:p>
          <a:p>
            <a:r>
              <a:rPr lang="en-US" i="1" dirty="0" err="1"/>
              <a:t>nodes_df</a:t>
            </a:r>
            <a:r>
              <a:rPr lang="en-US" i="1" dirty="0"/>
              <a:t> = </a:t>
            </a:r>
            <a:r>
              <a:rPr lang="en-US" i="1" dirty="0" err="1"/>
              <a:t>pd.DataFrame</a:t>
            </a:r>
            <a:r>
              <a:rPr lang="en-US" i="1" dirty="0"/>
              <a:t>({"Id": list(</a:t>
            </a:r>
            <a:r>
              <a:rPr lang="en-US" i="1" dirty="0" err="1"/>
              <a:t>G_cc.nodes</a:t>
            </a:r>
            <a:r>
              <a:rPr lang="en-US" i="1" dirty="0"/>
              <a:t>())})</a:t>
            </a:r>
          </a:p>
          <a:p>
            <a:endParaRPr lang="en-US" i="1" dirty="0"/>
          </a:p>
          <a:p>
            <a:r>
              <a:rPr lang="en-US" i="1" dirty="0"/>
              <a:t># Since Amazon product IDs typically begin with "B",</a:t>
            </a:r>
          </a:p>
          <a:p>
            <a:r>
              <a:rPr lang="en-US" i="1" dirty="0"/>
              <a:t># I used that pattern to classify product nodes.</a:t>
            </a:r>
          </a:p>
          <a:p>
            <a:endParaRPr lang="en-US" i="1" dirty="0"/>
          </a:p>
          <a:p>
            <a:r>
              <a:rPr lang="en-US" i="1" dirty="0" err="1"/>
              <a:t>nodes_df</a:t>
            </a:r>
            <a:r>
              <a:rPr lang="en-US" i="1" dirty="0"/>
              <a:t>["Type"] = </a:t>
            </a:r>
            <a:r>
              <a:rPr lang="en-US" i="1" dirty="0" err="1"/>
              <a:t>nodes_df</a:t>
            </a:r>
            <a:r>
              <a:rPr lang="en-US" i="1" dirty="0"/>
              <a:t>["Id"].apply(</a:t>
            </a:r>
          </a:p>
          <a:p>
            <a:r>
              <a:rPr lang="en-US" i="1" dirty="0"/>
              <a:t>    lambda x: "Product" if </a:t>
            </a:r>
            <a:r>
              <a:rPr lang="en-US" i="1" dirty="0" err="1"/>
              <a:t>x.startswith</a:t>
            </a:r>
            <a:r>
              <a:rPr lang="en-US" i="1" dirty="0"/>
              <a:t>("B") else "Reviewer")</a:t>
            </a:r>
          </a:p>
          <a:p>
            <a:endParaRPr lang="en-US" i="1" dirty="0"/>
          </a:p>
          <a:p>
            <a:r>
              <a:rPr lang="en-US" i="1" dirty="0"/>
              <a:t># I exported this node table so I could color-code nodes in Gephi.</a:t>
            </a:r>
          </a:p>
          <a:p>
            <a:endParaRPr lang="en-US" i="1" dirty="0"/>
          </a:p>
          <a:p>
            <a:r>
              <a:rPr lang="en-US" i="1" dirty="0" err="1"/>
              <a:t>nodes_df.to_csv</a:t>
            </a:r>
            <a:r>
              <a:rPr lang="en-US" i="1" dirty="0"/>
              <a:t>("beauty-nodes.csv", index=False)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57090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1A5B-531B-33EE-EDD2-F3E591EB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5813-76F7-B34D-7220-8DCD54EE4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Python Code for Gelphi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8423D-06B8-2219-00D1-D6D5D944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B7A281-946B-AB67-41E3-19451DF5E0D9}"/>
              </a:ext>
            </a:extLst>
          </p:cNvPr>
          <p:cNvSpPr/>
          <p:nvPr/>
        </p:nvSpPr>
        <p:spPr>
          <a:xfrm>
            <a:off x="228600" y="914400"/>
            <a:ext cx="11811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# I also exported the edge list so that each reviewer–product</a:t>
            </a:r>
          </a:p>
          <a:p>
            <a:r>
              <a:rPr lang="en-US" i="1" dirty="0"/>
              <a:t># relationship could be visualized in Gephi.</a:t>
            </a:r>
          </a:p>
          <a:p>
            <a:endParaRPr lang="en-US" i="1" dirty="0"/>
          </a:p>
          <a:p>
            <a:r>
              <a:rPr lang="en-US" i="1" dirty="0" err="1"/>
              <a:t>edges_df</a:t>
            </a:r>
            <a:r>
              <a:rPr lang="en-US" i="1" dirty="0"/>
              <a:t> = </a:t>
            </a:r>
            <a:r>
              <a:rPr lang="en-US" i="1" dirty="0" err="1"/>
              <a:t>pd.DataFrame</a:t>
            </a:r>
            <a:r>
              <a:rPr lang="en-US" i="1" dirty="0"/>
              <a:t>(</a:t>
            </a:r>
            <a:r>
              <a:rPr lang="en-US" i="1" dirty="0" err="1"/>
              <a:t>G_cc.edges</a:t>
            </a:r>
            <a:r>
              <a:rPr lang="en-US" i="1" dirty="0"/>
              <a:t>(), columns=["Source", "Target"])</a:t>
            </a:r>
          </a:p>
          <a:p>
            <a:r>
              <a:rPr lang="en-US" i="1" dirty="0" err="1"/>
              <a:t>edges_df.to_csv</a:t>
            </a:r>
            <a:r>
              <a:rPr lang="en-US" i="1" dirty="0"/>
              <a:t>("beauty-network.csv", index=False)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8596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BE6F6-E5E8-F858-9DE0-A46B0F63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19CB1-1EA4-4331-3642-BD31E55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Dataset Construction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DCA92-4228-679F-F6B6-44A47588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62273-951E-F368-809E-78D200631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703" y="1148212"/>
            <a:ext cx="4543793" cy="52081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CCC6E9-CB29-6600-4CF0-9B25FBB4D767}"/>
              </a:ext>
            </a:extLst>
          </p:cNvPr>
          <p:cNvSpPr/>
          <p:nvPr/>
        </p:nvSpPr>
        <p:spPr>
          <a:xfrm>
            <a:off x="152400" y="869730"/>
            <a:ext cx="5486400" cy="6038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1313">
              <a:lnSpc>
                <a:spcPct val="150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spreadsheet content represents the edge list used to construct the network. </a:t>
            </a:r>
          </a:p>
          <a:p>
            <a:pPr marL="341313">
              <a:lnSpc>
                <a:spcPct val="150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Each row corresponds to a single review and contains a source node (reviewer) and a target node (product). </a:t>
            </a:r>
          </a:p>
          <a:p>
            <a:pPr marL="341313">
              <a:lnSpc>
                <a:spcPct val="150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 allows the same relationships to be analyzed programmatically in Python and visually in Gephi. I used Gephi as the primary visualization and exploratory analysis tool.</a:t>
            </a:r>
          </a:p>
          <a:p>
            <a:pPr marL="341313">
              <a:lnSpc>
                <a:spcPct val="150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84293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01BA4-3C60-FC02-7BA1-C66E9D5C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1EC8-2C08-A765-7339-E77156E04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Raw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7BFA1-FB5E-E61A-F010-1BA45116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189C0C-0A76-7B87-DA1A-BB5BE0C36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428" y="1180752"/>
            <a:ext cx="6124972" cy="53083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5218C4-C547-D039-3ACA-690EAA1CEAC0}"/>
              </a:ext>
            </a:extLst>
          </p:cNvPr>
          <p:cNvSpPr/>
          <p:nvPr/>
        </p:nvSpPr>
        <p:spPr>
          <a:xfrm>
            <a:off x="152400" y="1143000"/>
            <a:ext cx="5486400" cy="5576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>
              <a:lnSpc>
                <a:spcPct val="150000"/>
              </a:lnSpc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Import to Gephi: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initial visualization shows the raw network immediately after import, before any filtering, layout tuning, or visual adjustments.</a:t>
            </a:r>
          </a:p>
          <a:p>
            <a:pPr marL="57150" indent="-3175">
              <a:lnSpc>
                <a:spcPct val="150000"/>
              </a:lnSpc>
            </a:pP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all nodes and edges are drawn with default settings.</a:t>
            </a:r>
          </a:p>
          <a:p>
            <a:pPr marL="57150" indent="-3175">
              <a:lnSpc>
                <a:spcPct val="150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indent="-3175"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There are 1,076 nodes, 4,092 edges.</a:t>
            </a:r>
          </a:p>
          <a:p>
            <a:pPr marL="344488" indent="-3175">
              <a:lnSpc>
                <a:spcPct val="150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>
              <a:lnSpc>
                <a:spcPct val="150000"/>
              </a:lnSpc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Main issue: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 is difficult to interpret due to heavy overlap and extreme edge density.</a:t>
            </a:r>
          </a:p>
          <a:p>
            <a:pPr marL="57150"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Basically, it is unreadable.</a:t>
            </a:r>
          </a:p>
        </p:txBody>
      </p:sp>
    </p:spTree>
    <p:extLst>
      <p:ext uri="{BB962C8B-B14F-4D97-AF65-F5344CB8AC3E}">
        <p14:creationId xmlns:p14="http://schemas.microsoft.com/office/powerpoint/2010/main" val="61649457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5ACAB-D02B-3E98-1887-F838AA85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CE7A-95D6-61A0-1321-EA04A762E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Raw Data – Transparency Applied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B898C-1967-79EE-2BD7-789DECC7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5F9D26-9994-8ECD-F48F-59D5E95FF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032860"/>
            <a:ext cx="5638800" cy="55737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E1CD46-A6B2-2121-CC7E-6F47936BE685}"/>
              </a:ext>
            </a:extLst>
          </p:cNvPr>
          <p:cNvSpPr txBox="1"/>
          <p:nvPr/>
        </p:nvSpPr>
        <p:spPr>
          <a:xfrm>
            <a:off x="228600" y="1371600"/>
            <a:ext cx="5867400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interpretability, I hoovered over some nodes and the edges became more transparent.</a:t>
            </a:r>
          </a:p>
          <a:p>
            <a:pPr>
              <a:lnSpc>
                <a:spcPct val="150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dense areas of the graph emerged showing overlapping edges.</a:t>
            </a:r>
          </a:p>
          <a:p>
            <a:pPr>
              <a:lnSpc>
                <a:spcPct val="150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step shows hints of clusters without removing any data.</a:t>
            </a:r>
          </a:p>
        </p:txBody>
      </p:sp>
    </p:spTree>
    <p:extLst>
      <p:ext uri="{BB962C8B-B14F-4D97-AF65-F5344CB8AC3E}">
        <p14:creationId xmlns:p14="http://schemas.microsoft.com/office/powerpoint/2010/main" val="83503486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8D244-9A25-E22E-3687-7A094B24F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1D15-70A1-D6B3-8D88-2F2E3E12F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ForceAtlas2 Applied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1DA04-19E2-CEAA-7657-387AEFC5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3" name="Content Placeholder 22">
            <a:extLst>
              <a:ext uri="{FF2B5EF4-FFF2-40B4-BE49-F238E27FC236}">
                <a16:creationId xmlns:a16="http://schemas.microsoft.com/office/drawing/2014/main" id="{FBA6BC39-4D8C-5378-720F-286D37FC6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0800000" flipH="1" flipV="1">
            <a:off x="4627830" y="1600200"/>
            <a:ext cx="7335570" cy="460644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4DC353-EF09-24D6-3D46-76DF849D45AC}"/>
              </a:ext>
            </a:extLst>
          </p:cNvPr>
          <p:cNvSpPr txBox="1"/>
          <p:nvPr/>
        </p:nvSpPr>
        <p:spPr>
          <a:xfrm>
            <a:off x="228600" y="1371600"/>
            <a:ext cx="419100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 applied the ForceAtlas2 layout.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layout pulls strongly connected nodes closer together while pushing weakly connected or peripheral nodes outward.</a:t>
            </a:r>
          </a:p>
          <a:p>
            <a:pPr>
              <a:lnSpc>
                <a:spcPct val="150000"/>
              </a:lnSpc>
            </a:pP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We now see clear structural separation between dense core components and loosely connected peripheral groups.</a:t>
            </a:r>
          </a:p>
        </p:txBody>
      </p:sp>
    </p:spTree>
    <p:extLst>
      <p:ext uri="{BB962C8B-B14F-4D97-AF65-F5344CB8AC3E}">
        <p14:creationId xmlns:p14="http://schemas.microsoft.com/office/powerpoint/2010/main" val="301245110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A3525-1CBE-36BC-E344-011F0118E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8FED7-305F-43DF-5F61-E73DFC297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ForceAtlas2 Coloration Applied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05AF0-777F-D233-9F71-42C09CBC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86F77FB8-FDCE-E801-C7BC-E936B86E6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905000"/>
            <a:ext cx="6477000" cy="3124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93FD41-E90E-C7C8-7232-5402A16BF7B0}"/>
              </a:ext>
            </a:extLst>
          </p:cNvPr>
          <p:cNvSpPr txBox="1"/>
          <p:nvPr/>
        </p:nvSpPr>
        <p:spPr>
          <a:xfrm>
            <a:off x="228600" y="1371600"/>
            <a:ext cx="5105400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 applied node coloration and size scaling based on degree.</a:t>
            </a:r>
          </a:p>
          <a:p>
            <a:pPr>
              <a:lnSpc>
                <a:spcPts val="3000"/>
              </a:lnSpc>
            </a:pP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Nodes with a higher degree are those connected to many others. They appear larger and darker. They highlight highly reviewed products.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Nodes with a smaller degree are not well connected. They appear lighter.</a:t>
            </a:r>
          </a:p>
          <a:p>
            <a:pPr>
              <a:lnSpc>
                <a:spcPct val="150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Benefit: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Makes hubs immediately visible without reading numbers.</a:t>
            </a:r>
          </a:p>
        </p:txBody>
      </p:sp>
    </p:spTree>
    <p:extLst>
      <p:ext uri="{BB962C8B-B14F-4D97-AF65-F5344CB8AC3E}">
        <p14:creationId xmlns:p14="http://schemas.microsoft.com/office/powerpoint/2010/main" val="419798495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22CC0-A4CC-1F05-0B76-31270A7D7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68052-1E24-77DB-7C41-AA21C9B88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Color Filtering Reviewers and Reviews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ED618-AF6D-40A9-5198-B4F63055D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9D1EF-8026-E14F-950A-2E64B6C3DE67}"/>
              </a:ext>
            </a:extLst>
          </p:cNvPr>
          <p:cNvSpPr txBox="1"/>
          <p:nvPr/>
        </p:nvSpPr>
        <p:spPr>
          <a:xfrm>
            <a:off x="228600" y="1371600"/>
            <a:ext cx="6019800" cy="474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Raw graph of all the Reviewers and Products. </a:t>
            </a:r>
          </a:p>
          <a:p>
            <a:pPr>
              <a:lnSpc>
                <a:spcPts val="3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Red = Reviewers</a:t>
            </a:r>
          </a:p>
          <a:p>
            <a:pPr>
              <a:lnSpc>
                <a:spcPts val="3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Green = Products</a:t>
            </a:r>
          </a:p>
          <a:p>
            <a:pPr>
              <a:lnSpc>
                <a:spcPts val="3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Using filters, I isolated reviewer-only and product-only views of the network.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easier to focus on specific analytical questions by identifying highly reviewed products and understanding reviewer patterns.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Filtering does not remove data permanently. It allows targeted exploration of complex networks.</a:t>
            </a:r>
          </a:p>
          <a:p>
            <a:pPr>
              <a:lnSpc>
                <a:spcPts val="3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F9EB64-07B5-7E29-D1CD-1C60457DE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887" y="1143000"/>
            <a:ext cx="5562600" cy="544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07961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A329D-5F48-A1D3-2B56-32B9EEFF1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4E20-8219-020B-2F86-18DD3747B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Reviewer-Only Coloration Applied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869F5-45A4-4162-99D0-E5EC0D691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FE6297-465E-9935-A994-9D0693980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7" y="3428997"/>
            <a:ext cx="6" cy="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B880E3-3073-D1F7-0BC1-15F9CE087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16" y="1093122"/>
            <a:ext cx="5528022" cy="54457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1ABED3-ECC2-B225-22A9-0A2E951988BA}"/>
              </a:ext>
            </a:extLst>
          </p:cNvPr>
          <p:cNvSpPr txBox="1"/>
          <p:nvPr/>
        </p:nvSpPr>
        <p:spPr>
          <a:xfrm>
            <a:off x="228600" y="1371600"/>
            <a:ext cx="60198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Raw graph of all the Reviewers. </a:t>
            </a:r>
          </a:p>
          <a:p>
            <a:pPr>
              <a:lnSpc>
                <a:spcPts val="3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Red = Reviewers</a:t>
            </a:r>
          </a:p>
          <a:p>
            <a:pPr>
              <a:lnSpc>
                <a:spcPts val="3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Using filters, I isolated Reviewer-only views of the network.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easier to see how many Reviewers are in the data. </a:t>
            </a:r>
          </a:p>
        </p:txBody>
      </p:sp>
    </p:spTree>
    <p:extLst>
      <p:ext uri="{BB962C8B-B14F-4D97-AF65-F5344CB8AC3E}">
        <p14:creationId xmlns:p14="http://schemas.microsoft.com/office/powerpoint/2010/main" val="181531360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BE7BF-0D04-2ED2-E543-E383E4C7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FE11C-9D26-CF55-69F9-4AC198824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Product Reviews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C0875-16A8-1993-78E5-694D53A7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7DB0E9-8EA0-50C1-6FEA-FA7BBE1E9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7" y="3428997"/>
            <a:ext cx="6" cy="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0D9130-7FF2-AF09-020D-63163FEF1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378" y="1126521"/>
            <a:ext cx="5528022" cy="54457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198C68-C35F-FB97-F53C-0AF287A8B7B2}"/>
              </a:ext>
            </a:extLst>
          </p:cNvPr>
          <p:cNvSpPr txBox="1"/>
          <p:nvPr/>
        </p:nvSpPr>
        <p:spPr>
          <a:xfrm>
            <a:off x="228600" y="1371600"/>
            <a:ext cx="60198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Raw graph of all the Products. </a:t>
            </a:r>
          </a:p>
          <a:p>
            <a:pPr>
              <a:lnSpc>
                <a:spcPts val="3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Green = Reviewers</a:t>
            </a:r>
          </a:p>
          <a:p>
            <a:pPr>
              <a:lnSpc>
                <a:spcPts val="3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Using filters, I isolated Product-only views of the network.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easier to see how many Products are in the data. </a:t>
            </a:r>
          </a:p>
        </p:txBody>
      </p:sp>
    </p:spTree>
    <p:extLst>
      <p:ext uri="{BB962C8B-B14F-4D97-AF65-F5344CB8AC3E}">
        <p14:creationId xmlns:p14="http://schemas.microsoft.com/office/powerpoint/2010/main" val="363948021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13FE1-21A5-EA95-C4E2-B1B1E0D04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B926F-F398-B538-499D-F54D0CE06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6525"/>
            <a:ext cx="11734800" cy="73320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CD75A-8FC6-866F-9D84-FB0D01C4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10573-0544-4F85-A2EE-64B9FF697C1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7423D0-75ED-CF91-E132-E8F4A948E780}"/>
              </a:ext>
            </a:extLst>
          </p:cNvPr>
          <p:cNvSpPr/>
          <p:nvPr/>
        </p:nvSpPr>
        <p:spPr>
          <a:xfrm>
            <a:off x="228600" y="914400"/>
            <a:ext cx="643619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>
                <a:solidFill>
                  <a:prstClr val="black"/>
                </a:solidFill>
                <a:latin typeface="Constantia"/>
              </a:rPr>
              <a:t>Diameter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diameter of the largest connected component is 10, meaning the longest of the summation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of the shortest paths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any two nodes in the network is ten steps.</a:t>
            </a:r>
          </a:p>
          <a:p>
            <a:pPr>
              <a:lnSpc>
                <a:spcPct val="150000"/>
              </a:lnSpc>
            </a:pPr>
            <a:r>
              <a:rPr lang="pt-BR" sz="2800" b="1" dirty="0">
                <a:solidFill>
                  <a:prstClr val="black"/>
                </a:solidFill>
                <a:latin typeface="Constantia"/>
              </a:rPr>
              <a:t>Centrality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 centrality highlights the most influential nodes. Primarily products with many reviews.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product ending in “G2” has a centrality score of 0.8174, meaning that it is directly connected to nearly 82% of the maximum possible reviewer connections within the network. This suggests that the product is widely reviewed in the network.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18AD77-884F-96FA-E30E-0AE35D042931}"/>
              </a:ext>
            </a:extLst>
          </p:cNvPr>
          <p:cNvSpPr/>
          <p:nvPr/>
        </p:nvSpPr>
        <p:spPr>
          <a:xfrm>
            <a:off x="7696200" y="897048"/>
            <a:ext cx="399779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>
                <a:solidFill>
                  <a:prstClr val="black"/>
                </a:solidFill>
                <a:latin typeface="Constantia"/>
              </a:rPr>
              <a:t>Diameter Output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Graph Diameter = 10</a:t>
            </a:r>
          </a:p>
          <a:p>
            <a:endParaRPr lang="pt-BR" sz="2800" b="1">
              <a:solidFill>
                <a:prstClr val="black"/>
              </a:solidFill>
              <a:latin typeface="Constantia"/>
            </a:endParaRPr>
          </a:p>
          <a:p>
            <a:endParaRPr lang="pt-BR" sz="2800" b="1">
              <a:solidFill>
                <a:prstClr val="black"/>
              </a:solidFill>
              <a:latin typeface="Constantia"/>
            </a:endParaRPr>
          </a:p>
          <a:p>
            <a:r>
              <a:rPr lang="pt-BR" sz="2800" b="1">
                <a:solidFill>
                  <a:prstClr val="black"/>
                </a:solidFill>
                <a:latin typeface="Constantia"/>
              </a:rPr>
              <a:t>Centrality Output</a:t>
            </a:r>
          </a:p>
          <a:p>
            <a:pPr latinLnBrk="1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Top 6 nodes by degree centrality:</a:t>
            </a:r>
          </a:p>
          <a:p>
            <a:pPr latinLnBrk="1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F33947-C624-8BA6-CACB-698410311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092135"/>
              </p:ext>
            </p:extLst>
          </p:nvPr>
        </p:nvGraphicFramePr>
        <p:xfrm>
          <a:off x="7696200" y="3831265"/>
          <a:ext cx="3403600" cy="2209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186816585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66904642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B0012Y0Z</a:t>
                      </a: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G2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0.8174</a:t>
                      </a:r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999157"/>
                  </a:ext>
                </a:extLst>
              </a:tr>
              <a:tr h="262801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B000URXP6E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0.7959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024592"/>
                  </a:ext>
                </a:extLst>
              </a:tr>
              <a:tr h="262801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B00006L9LC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0.4579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575314"/>
                  </a:ext>
                </a:extLst>
              </a:tr>
              <a:tr h="262801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B001OHV1H4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0.4579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068748"/>
                  </a:ext>
                </a:extLst>
              </a:tr>
              <a:tr h="262801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B0009RF9DW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0.3614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656108"/>
                  </a:ext>
                </a:extLst>
              </a:tr>
              <a:tr h="262801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B000FI4S1E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0.3614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06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2252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1545</Words>
  <Application>Microsoft Office PowerPoint</Application>
  <PresentationFormat>Widescreen</PresentationFormat>
  <Paragraphs>202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Constantia</vt:lpstr>
      <vt:lpstr>Times New Roman</vt:lpstr>
      <vt:lpstr>Wingdings</vt:lpstr>
      <vt:lpstr>Office Theme</vt:lpstr>
      <vt:lpstr>  Assignment Two Graph Visualization  Amazon Beauty Product Reviews  February 4, 2026  Dr. Joseph Foy, CPA Online Business Programs CUNY School of Professional Studies         </vt:lpstr>
      <vt:lpstr>Overview</vt:lpstr>
      <vt:lpstr>Python Code for Gelphi</vt:lpstr>
      <vt:lpstr>Python Code for Gelphi</vt:lpstr>
      <vt:lpstr>Python Code for Gelphi</vt:lpstr>
      <vt:lpstr>Python Code for Gelphi</vt:lpstr>
      <vt:lpstr>Python Code for Gelphi</vt:lpstr>
      <vt:lpstr>Python Code for Gelphi</vt:lpstr>
      <vt:lpstr>Dataset Construction</vt:lpstr>
      <vt:lpstr>Raw Data</vt:lpstr>
      <vt:lpstr>Raw Data – Transparency Applied</vt:lpstr>
      <vt:lpstr>ForceAtlas2 Applied</vt:lpstr>
      <vt:lpstr>ForceAtlas2 Coloration Applied</vt:lpstr>
      <vt:lpstr>Color Filtering Reviewers and Reviews</vt:lpstr>
      <vt:lpstr>Reviewer-Only Coloration Applied</vt:lpstr>
      <vt:lpstr>Product Reviews</vt:lpstr>
      <vt:lpstr>Metrics</vt:lpstr>
    </vt:vector>
  </TitlesOfParts>
  <Company>FTI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jhaase</dc:creator>
  <cp:lastModifiedBy>None</cp:lastModifiedBy>
  <cp:revision>1</cp:revision>
  <cp:lastPrinted>2022-02-25T22:16:41Z</cp:lastPrinted>
  <dcterms:created xsi:type="dcterms:W3CDTF">2016-10-26T14:42:46Z</dcterms:created>
  <dcterms:modified xsi:type="dcterms:W3CDTF">2026-02-11T17:36:56Z</dcterms:modified>
</cp:coreProperties>
</file>